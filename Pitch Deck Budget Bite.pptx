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0" r:id="rId4"/>
    <p:sldMasterId id="214748370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y="5143500" cx="9144000"/>
  <p:notesSz cx="6858000" cy="9144000"/>
  <p:embeddedFontLst>
    <p:embeddedFont>
      <p:font typeface="Red Hat Display SemiBold"/>
      <p:regular r:id="rId19"/>
      <p:bold r:id="rId20"/>
      <p:italic r:id="rId21"/>
      <p:boldItalic r:id="rId22"/>
    </p:embeddedFont>
    <p:embeddedFont>
      <p:font typeface="Red Hat Display Medium"/>
      <p:regular r:id="rId23"/>
      <p:bold r:id="rId24"/>
      <p:italic r:id="rId25"/>
      <p:boldItalic r:id="rId26"/>
    </p:embeddedFont>
    <p:embeddedFont>
      <p:font typeface="Red Hat Display"/>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edHatDisplaySemiBold-bold.fntdata"/><Relationship Id="rId22" Type="http://schemas.openxmlformats.org/officeDocument/2006/relationships/font" Target="fonts/RedHatDisplaySemiBold-boldItalic.fntdata"/><Relationship Id="rId21" Type="http://schemas.openxmlformats.org/officeDocument/2006/relationships/font" Target="fonts/RedHatDisplaySemiBold-italic.fntdata"/><Relationship Id="rId24" Type="http://schemas.openxmlformats.org/officeDocument/2006/relationships/font" Target="fonts/RedHatDisplayMedium-bold.fntdata"/><Relationship Id="rId23" Type="http://schemas.openxmlformats.org/officeDocument/2006/relationships/font" Target="fonts/RedHatDisplayMedium-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RedHatDisplayMedium-boldItalic.fntdata"/><Relationship Id="rId25" Type="http://schemas.openxmlformats.org/officeDocument/2006/relationships/font" Target="fonts/RedHatDisplayMedium-italic.fntdata"/><Relationship Id="rId28" Type="http://schemas.openxmlformats.org/officeDocument/2006/relationships/font" Target="fonts/RedHatDisplay-bold.fntdata"/><Relationship Id="rId27" Type="http://schemas.openxmlformats.org/officeDocument/2006/relationships/font" Target="fonts/RedHatDisplay-regular.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RedHatDisplay-italic.fntdata"/><Relationship Id="rId7" Type="http://schemas.openxmlformats.org/officeDocument/2006/relationships/slide" Target="slides/slide1.xml"/><Relationship Id="rId8" Type="http://schemas.openxmlformats.org/officeDocument/2006/relationships/slide" Target="slides/slide2.xml"/><Relationship Id="rId30" Type="http://schemas.openxmlformats.org/officeDocument/2006/relationships/font" Target="fonts/RedHatDisplay-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font" Target="fonts/RedHatDisplaySemiBold-regular.fntdata"/><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g3c67ebea3aa_0_26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1" name="Google Shape;591;g3c67ebea3aa_0_26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g3c67ebea3aa_0_3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7" name="Google Shape;597;g3c67ebea3aa_0_3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g3c67ebea3aa_0_3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3" name="Google Shape;603;g3c67ebea3aa_0_3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g3c67ebea3aa_0_3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9" name="Google Shape;609;g3c67ebea3aa_0_3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g3c67ebea3aa_0_32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5" name="Google Shape;615;g3c67ebea3aa_0_32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g3c67ebea3aa_0_32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3" name="Google Shape;633;g3c67ebea3aa_0_32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g3c700040f1a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9" name="Google Shape;639;g3c700040f1a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Our system is built on a Flask architecture. When a user snaps a photo, it travels to our backend where we route it through a two-step AI process. First, the Computer Vision model identifies the raw ingredients. Then, we pass that data to an LLM which acts as the 'Chef,' strictly constrained to generate budget-friendly recipes. We use SQLite to cache these results, so if a user scans the same ingredients again, we don't have to pay for another API call.</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2" name="Shape 642"/>
        <p:cNvGrpSpPr/>
        <p:nvPr/>
      </p:nvGrpSpPr>
      <p:grpSpPr>
        <a:xfrm>
          <a:off x="0" y="0"/>
          <a:ext cx="0" cy="0"/>
          <a:chOff x="0" y="0"/>
          <a:chExt cx="0" cy="0"/>
        </a:xfrm>
      </p:grpSpPr>
      <p:sp>
        <p:nvSpPr>
          <p:cNvPr id="643" name="Google Shape;643;g3c67ebea3aa_0_34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4" name="Google Shape;644;g3c67ebea3aa_0_34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For our Data Plan, we prioritized user privacy and low overhead. We collect images of food, but we process them 'temporarily.' This means once our computer vision model identifies the ingredients, the image is deleted. We only store the text data in our SQLite database. This keeps our storage costs low and ensures that if a user accidentally takes a photo of something private, it isn't saved on our servers.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g3c67ebea3aa_0_34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2" name="Google Shape;652;g3c67ebea3aa_0_34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g3c67ebea3aa_0_34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8" name="Google Shape;658;g3c67ebea3aa_0_34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g3c67ebea3aa_0_35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9" name="Google Shape;679;g3c67ebea3aa_0_35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g3c67ebea3aa_0_33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7" name="Google Shape;697;g3c67ebea3aa_0_33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blank">
  <p:cSld name="BLANK">
    <p:spTree>
      <p:nvGrpSpPr>
        <p:cNvPr id="54" name="Shape 54"/>
        <p:cNvGrpSpPr/>
        <p:nvPr/>
      </p:nvGrpSpPr>
      <p:grpSpPr>
        <a:xfrm>
          <a:off x="0" y="0"/>
          <a:ext cx="0" cy="0"/>
          <a:chOff x="0" y="0"/>
          <a:chExt cx="0" cy="0"/>
        </a:xfrm>
      </p:grpSpPr>
      <p:sp>
        <p:nvSpPr>
          <p:cNvPr id="55" name="Google Shape;55;p14"/>
          <p:cNvSpPr/>
          <p:nvPr/>
        </p:nvSpPr>
        <p:spPr>
          <a:xfrm>
            <a:off x="810500" y="0"/>
            <a:ext cx="6099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56" name="Google Shape;56;p14"/>
          <p:cNvSpPr/>
          <p:nvPr/>
        </p:nvSpPr>
        <p:spPr>
          <a:xfrm>
            <a:off x="810500" y="2040871"/>
            <a:ext cx="609900" cy="1020600"/>
          </a:xfrm>
          <a:prstGeom prst="snip2DiagRect">
            <a:avLst>
              <a:gd fmla="val 0" name="adj1"/>
              <a:gd fmla="val 5000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57" name="Google Shape;57;p14"/>
          <p:cNvSpPr/>
          <p:nvPr/>
        </p:nvSpPr>
        <p:spPr>
          <a:xfrm>
            <a:off x="3" y="3061484"/>
            <a:ext cx="812400" cy="10428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58" name="Google Shape;58;p14"/>
          <p:cNvSpPr/>
          <p:nvPr/>
        </p:nvSpPr>
        <p:spPr>
          <a:xfrm>
            <a:off x="810500" y="1020429"/>
            <a:ext cx="6099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59" name="Google Shape;59;p14"/>
          <p:cNvSpPr/>
          <p:nvPr/>
        </p:nvSpPr>
        <p:spPr>
          <a:xfrm>
            <a:off x="-1" y="0"/>
            <a:ext cx="8124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60" name="Google Shape;60;p14"/>
          <p:cNvSpPr/>
          <p:nvPr/>
        </p:nvSpPr>
        <p:spPr>
          <a:xfrm>
            <a:off x="810505" y="3061475"/>
            <a:ext cx="609900" cy="1042800"/>
          </a:xfrm>
          <a:prstGeom prst="snip2DiagRect">
            <a:avLst>
              <a:gd fmla="val 0" name="adj1"/>
              <a:gd fmla="val 3967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61" name="Google Shape;61;p14"/>
          <p:cNvSpPr/>
          <p:nvPr/>
        </p:nvSpPr>
        <p:spPr>
          <a:xfrm>
            <a:off x="-1" y="2040871"/>
            <a:ext cx="812400" cy="1020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62" name="Google Shape;62;p14"/>
          <p:cNvSpPr/>
          <p:nvPr/>
        </p:nvSpPr>
        <p:spPr>
          <a:xfrm>
            <a:off x="-1" y="1020418"/>
            <a:ext cx="812400" cy="1020600"/>
          </a:xfrm>
          <a:prstGeom prst="snip2DiagRect">
            <a:avLst>
              <a:gd fmla="val 0" name="adj1"/>
              <a:gd fmla="val 5000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63" name="Google Shape;63;p14"/>
          <p:cNvSpPr/>
          <p:nvPr/>
        </p:nvSpPr>
        <p:spPr>
          <a:xfrm>
            <a:off x="3" y="4100578"/>
            <a:ext cx="812400" cy="10428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64" name="Google Shape;64;p14"/>
          <p:cNvSpPr/>
          <p:nvPr/>
        </p:nvSpPr>
        <p:spPr>
          <a:xfrm>
            <a:off x="810502" y="4100581"/>
            <a:ext cx="609900" cy="10428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65" name="Google Shape;65;p14"/>
          <p:cNvSpPr/>
          <p:nvPr/>
        </p:nvSpPr>
        <p:spPr>
          <a:xfrm>
            <a:off x="1420399" y="0"/>
            <a:ext cx="432000" cy="1020600"/>
          </a:xfrm>
          <a:prstGeom prst="snip2DiagRect">
            <a:avLst>
              <a:gd fmla="val 0" name="adj1"/>
              <a:gd fmla="val 50000"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66" name="Google Shape;66;p14"/>
          <p:cNvSpPr/>
          <p:nvPr/>
        </p:nvSpPr>
        <p:spPr>
          <a:xfrm>
            <a:off x="1420399" y="2040871"/>
            <a:ext cx="432000" cy="1020600"/>
          </a:xfrm>
          <a:prstGeom prst="snip2DiagRect">
            <a:avLst>
              <a:gd fmla="val 0" name="adj1"/>
              <a:gd fmla="val 3967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67" name="Google Shape;67;p14"/>
          <p:cNvSpPr/>
          <p:nvPr/>
        </p:nvSpPr>
        <p:spPr>
          <a:xfrm>
            <a:off x="1420399" y="1020429"/>
            <a:ext cx="4320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68" name="Google Shape;68;p14"/>
          <p:cNvSpPr/>
          <p:nvPr/>
        </p:nvSpPr>
        <p:spPr>
          <a:xfrm>
            <a:off x="1420401" y="3061475"/>
            <a:ext cx="432000" cy="10428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69" name="Google Shape;69;p14"/>
          <p:cNvSpPr/>
          <p:nvPr/>
        </p:nvSpPr>
        <p:spPr>
          <a:xfrm>
            <a:off x="1420400" y="4100581"/>
            <a:ext cx="432000" cy="10428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70" name="Google Shape;70;p14"/>
          <p:cNvSpPr txBox="1"/>
          <p:nvPr>
            <p:ph type="title"/>
          </p:nvPr>
        </p:nvSpPr>
        <p:spPr>
          <a:xfrm>
            <a:off x="3154650" y="3235981"/>
            <a:ext cx="5760900" cy="587700"/>
          </a:xfrm>
          <a:prstGeom prst="rect">
            <a:avLst/>
          </a:prstGeom>
        </p:spPr>
        <p:txBody>
          <a:bodyPr anchorCtr="0" anchor="b" bIns="0" lIns="0" spcFirstLastPara="1" rIns="91425" wrap="square" tIns="91425">
            <a:noAutofit/>
          </a:bodyPr>
          <a:lstStyle>
            <a:lvl1pPr lvl="0">
              <a:spcBef>
                <a:spcPts val="0"/>
              </a:spcBef>
              <a:spcAft>
                <a:spcPts val="0"/>
              </a:spcAft>
              <a:buNone/>
              <a:defRPr sz="4000"/>
            </a:lvl1pPr>
            <a:lvl2pPr lvl="1">
              <a:lnSpc>
                <a:spcPct val="115000"/>
              </a:lnSpc>
              <a:spcBef>
                <a:spcPts val="0"/>
              </a:spcBef>
              <a:spcAft>
                <a:spcPts val="0"/>
              </a:spcAft>
              <a:buNone/>
              <a:defRPr/>
            </a:lvl2pPr>
            <a:lvl3pPr lvl="2">
              <a:lnSpc>
                <a:spcPct val="115000"/>
              </a:lnSpc>
              <a:spcBef>
                <a:spcPts val="0"/>
              </a:spcBef>
              <a:spcAft>
                <a:spcPts val="0"/>
              </a:spcAft>
              <a:buNone/>
              <a:defRPr/>
            </a:lvl3pPr>
            <a:lvl4pPr lvl="3">
              <a:lnSpc>
                <a:spcPct val="115000"/>
              </a:lnSpc>
              <a:spcBef>
                <a:spcPts val="0"/>
              </a:spcBef>
              <a:spcAft>
                <a:spcPts val="0"/>
              </a:spcAft>
              <a:buNone/>
              <a:defRPr/>
            </a:lvl4pPr>
            <a:lvl5pPr lvl="4">
              <a:lnSpc>
                <a:spcPct val="115000"/>
              </a:lnSpc>
              <a:spcBef>
                <a:spcPts val="0"/>
              </a:spcBef>
              <a:spcAft>
                <a:spcPts val="0"/>
              </a:spcAft>
              <a:buNone/>
              <a:defRPr/>
            </a:lvl5pPr>
            <a:lvl6pPr lvl="5">
              <a:lnSpc>
                <a:spcPct val="115000"/>
              </a:lnSpc>
              <a:spcBef>
                <a:spcPts val="0"/>
              </a:spcBef>
              <a:spcAft>
                <a:spcPts val="0"/>
              </a:spcAft>
              <a:buNone/>
              <a:defRPr/>
            </a:lvl6pPr>
            <a:lvl7pPr lvl="6">
              <a:lnSpc>
                <a:spcPct val="115000"/>
              </a:lnSpc>
              <a:spcBef>
                <a:spcPts val="0"/>
              </a:spcBef>
              <a:spcAft>
                <a:spcPts val="0"/>
              </a:spcAft>
              <a:buNone/>
              <a:defRPr/>
            </a:lvl7pPr>
            <a:lvl8pPr lvl="7">
              <a:lnSpc>
                <a:spcPct val="115000"/>
              </a:lnSpc>
              <a:spcBef>
                <a:spcPts val="0"/>
              </a:spcBef>
              <a:spcAft>
                <a:spcPts val="0"/>
              </a:spcAft>
              <a:buNone/>
              <a:defRPr/>
            </a:lvl8pPr>
            <a:lvl9pPr lvl="8">
              <a:lnSpc>
                <a:spcPct val="115000"/>
              </a:lnSpc>
              <a:spcBef>
                <a:spcPts val="0"/>
              </a:spcBef>
              <a:spcAft>
                <a:spcPts val="0"/>
              </a:spcAft>
              <a:buNone/>
              <a:defRPr/>
            </a:lvl9pPr>
          </a:lstStyle>
          <a:p/>
        </p:txBody>
      </p:sp>
      <p:sp>
        <p:nvSpPr>
          <p:cNvPr id="71" name="Google Shape;71;p14"/>
          <p:cNvSpPr txBox="1"/>
          <p:nvPr>
            <p:ph idx="1" type="subTitle"/>
          </p:nvPr>
        </p:nvSpPr>
        <p:spPr>
          <a:xfrm>
            <a:off x="3154650" y="3875775"/>
            <a:ext cx="5760900" cy="506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BLANK_3">
    <p:bg>
      <p:bgPr>
        <a:solidFill>
          <a:schemeClr val="accent5"/>
        </a:solidFill>
      </p:bgPr>
    </p:bg>
    <p:spTree>
      <p:nvGrpSpPr>
        <p:cNvPr id="72" name="Shape 72"/>
        <p:cNvGrpSpPr/>
        <p:nvPr/>
      </p:nvGrpSpPr>
      <p:grpSpPr>
        <a:xfrm>
          <a:off x="0" y="0"/>
          <a:ext cx="0" cy="0"/>
          <a:chOff x="0" y="0"/>
          <a:chExt cx="0" cy="0"/>
        </a:xfrm>
      </p:grpSpPr>
      <p:sp>
        <p:nvSpPr>
          <p:cNvPr id="73" name="Google Shape;73;p15"/>
          <p:cNvSpPr/>
          <p:nvPr/>
        </p:nvSpPr>
        <p:spPr>
          <a:xfrm>
            <a:off x="810500" y="0"/>
            <a:ext cx="6099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74" name="Google Shape;74;p15"/>
          <p:cNvSpPr/>
          <p:nvPr/>
        </p:nvSpPr>
        <p:spPr>
          <a:xfrm>
            <a:off x="810500" y="2040871"/>
            <a:ext cx="609900" cy="1020600"/>
          </a:xfrm>
          <a:prstGeom prst="snip2DiagRect">
            <a:avLst>
              <a:gd fmla="val 0" name="adj1"/>
              <a:gd fmla="val 5000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75" name="Google Shape;75;p15"/>
          <p:cNvSpPr/>
          <p:nvPr/>
        </p:nvSpPr>
        <p:spPr>
          <a:xfrm>
            <a:off x="3" y="3061484"/>
            <a:ext cx="812400" cy="10428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76" name="Google Shape;76;p15"/>
          <p:cNvSpPr/>
          <p:nvPr/>
        </p:nvSpPr>
        <p:spPr>
          <a:xfrm>
            <a:off x="810500" y="1020429"/>
            <a:ext cx="6099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77" name="Google Shape;77;p15"/>
          <p:cNvSpPr/>
          <p:nvPr/>
        </p:nvSpPr>
        <p:spPr>
          <a:xfrm>
            <a:off x="-1" y="0"/>
            <a:ext cx="8124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78" name="Google Shape;78;p15"/>
          <p:cNvSpPr/>
          <p:nvPr/>
        </p:nvSpPr>
        <p:spPr>
          <a:xfrm>
            <a:off x="810505" y="3061475"/>
            <a:ext cx="609900" cy="1042800"/>
          </a:xfrm>
          <a:prstGeom prst="snip2DiagRect">
            <a:avLst>
              <a:gd fmla="val 0" name="adj1"/>
              <a:gd fmla="val 3967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79" name="Google Shape;79;p15"/>
          <p:cNvSpPr/>
          <p:nvPr/>
        </p:nvSpPr>
        <p:spPr>
          <a:xfrm>
            <a:off x="-1" y="2040871"/>
            <a:ext cx="812400" cy="1020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80" name="Google Shape;80;p15"/>
          <p:cNvSpPr/>
          <p:nvPr/>
        </p:nvSpPr>
        <p:spPr>
          <a:xfrm>
            <a:off x="-1" y="1020418"/>
            <a:ext cx="812400" cy="1020600"/>
          </a:xfrm>
          <a:prstGeom prst="snip2DiagRect">
            <a:avLst>
              <a:gd fmla="val 0" name="adj1"/>
              <a:gd fmla="val 5000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81" name="Google Shape;81;p15"/>
          <p:cNvSpPr/>
          <p:nvPr/>
        </p:nvSpPr>
        <p:spPr>
          <a:xfrm>
            <a:off x="3" y="4100578"/>
            <a:ext cx="812400" cy="10428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82" name="Google Shape;82;p15"/>
          <p:cNvSpPr/>
          <p:nvPr/>
        </p:nvSpPr>
        <p:spPr>
          <a:xfrm>
            <a:off x="810502" y="4100581"/>
            <a:ext cx="609900" cy="10428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83" name="Google Shape;83;p15"/>
          <p:cNvSpPr/>
          <p:nvPr/>
        </p:nvSpPr>
        <p:spPr>
          <a:xfrm>
            <a:off x="1420399" y="0"/>
            <a:ext cx="432000" cy="1020600"/>
          </a:xfrm>
          <a:prstGeom prst="snip2DiagRect">
            <a:avLst>
              <a:gd fmla="val 0" name="adj1"/>
              <a:gd fmla="val 50000"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84" name="Google Shape;84;p15"/>
          <p:cNvSpPr/>
          <p:nvPr/>
        </p:nvSpPr>
        <p:spPr>
          <a:xfrm>
            <a:off x="1420399" y="2040871"/>
            <a:ext cx="432000" cy="1020600"/>
          </a:xfrm>
          <a:prstGeom prst="snip2DiagRect">
            <a:avLst>
              <a:gd fmla="val 0" name="adj1"/>
              <a:gd fmla="val 3967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85" name="Google Shape;85;p15"/>
          <p:cNvSpPr/>
          <p:nvPr/>
        </p:nvSpPr>
        <p:spPr>
          <a:xfrm>
            <a:off x="1420399" y="1020429"/>
            <a:ext cx="4320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86" name="Google Shape;86;p15"/>
          <p:cNvSpPr/>
          <p:nvPr/>
        </p:nvSpPr>
        <p:spPr>
          <a:xfrm>
            <a:off x="1420401" y="3061475"/>
            <a:ext cx="432000" cy="10428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87" name="Google Shape;87;p15"/>
          <p:cNvSpPr/>
          <p:nvPr/>
        </p:nvSpPr>
        <p:spPr>
          <a:xfrm>
            <a:off x="1420400" y="4100581"/>
            <a:ext cx="432000" cy="10428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88" name="Google Shape;88;p15"/>
          <p:cNvSpPr txBox="1"/>
          <p:nvPr>
            <p:ph type="title"/>
          </p:nvPr>
        </p:nvSpPr>
        <p:spPr>
          <a:xfrm>
            <a:off x="3154650" y="467500"/>
            <a:ext cx="5760900" cy="587700"/>
          </a:xfrm>
          <a:prstGeom prst="rect">
            <a:avLst/>
          </a:prstGeom>
        </p:spPr>
        <p:txBody>
          <a:bodyPr anchorCtr="0" anchor="b" bIns="0" lIns="0" spcFirstLastPara="1" rIns="91425" wrap="square" tIns="91425">
            <a:noAutofit/>
          </a:bodyPr>
          <a:lstStyle>
            <a:lvl1pPr lvl="0">
              <a:spcBef>
                <a:spcPts val="0"/>
              </a:spcBef>
              <a:spcAft>
                <a:spcPts val="0"/>
              </a:spcAft>
              <a:buNone/>
              <a:defRPr sz="4000"/>
            </a:lvl1pPr>
            <a:lvl2pPr lvl="1">
              <a:lnSpc>
                <a:spcPct val="115000"/>
              </a:lnSpc>
              <a:spcBef>
                <a:spcPts val="0"/>
              </a:spcBef>
              <a:spcAft>
                <a:spcPts val="0"/>
              </a:spcAft>
              <a:buNone/>
              <a:defRPr/>
            </a:lvl2pPr>
            <a:lvl3pPr lvl="2">
              <a:lnSpc>
                <a:spcPct val="115000"/>
              </a:lnSpc>
              <a:spcBef>
                <a:spcPts val="0"/>
              </a:spcBef>
              <a:spcAft>
                <a:spcPts val="0"/>
              </a:spcAft>
              <a:buNone/>
              <a:defRPr/>
            </a:lvl3pPr>
            <a:lvl4pPr lvl="3">
              <a:lnSpc>
                <a:spcPct val="115000"/>
              </a:lnSpc>
              <a:spcBef>
                <a:spcPts val="0"/>
              </a:spcBef>
              <a:spcAft>
                <a:spcPts val="0"/>
              </a:spcAft>
              <a:buNone/>
              <a:defRPr/>
            </a:lvl4pPr>
            <a:lvl5pPr lvl="4">
              <a:lnSpc>
                <a:spcPct val="115000"/>
              </a:lnSpc>
              <a:spcBef>
                <a:spcPts val="0"/>
              </a:spcBef>
              <a:spcAft>
                <a:spcPts val="0"/>
              </a:spcAft>
              <a:buNone/>
              <a:defRPr/>
            </a:lvl5pPr>
            <a:lvl6pPr lvl="5">
              <a:lnSpc>
                <a:spcPct val="115000"/>
              </a:lnSpc>
              <a:spcBef>
                <a:spcPts val="0"/>
              </a:spcBef>
              <a:spcAft>
                <a:spcPts val="0"/>
              </a:spcAft>
              <a:buNone/>
              <a:defRPr/>
            </a:lvl6pPr>
            <a:lvl7pPr lvl="6">
              <a:lnSpc>
                <a:spcPct val="115000"/>
              </a:lnSpc>
              <a:spcBef>
                <a:spcPts val="0"/>
              </a:spcBef>
              <a:spcAft>
                <a:spcPts val="0"/>
              </a:spcAft>
              <a:buNone/>
              <a:defRPr/>
            </a:lvl7pPr>
            <a:lvl8pPr lvl="7">
              <a:lnSpc>
                <a:spcPct val="115000"/>
              </a:lnSpc>
              <a:spcBef>
                <a:spcPts val="0"/>
              </a:spcBef>
              <a:spcAft>
                <a:spcPts val="0"/>
              </a:spcAft>
              <a:buNone/>
              <a:defRPr/>
            </a:lvl8pPr>
            <a:lvl9pPr lvl="8">
              <a:lnSpc>
                <a:spcPct val="115000"/>
              </a:lnSpc>
              <a:spcBef>
                <a:spcPts val="0"/>
              </a:spcBef>
              <a:spcAft>
                <a:spcPts val="0"/>
              </a:spcAft>
              <a:buNone/>
              <a:defRPr/>
            </a:lvl9pPr>
          </a:lstStyle>
          <a:p/>
        </p:txBody>
      </p:sp>
      <p:sp>
        <p:nvSpPr>
          <p:cNvPr id="89" name="Google Shape;89;p15"/>
          <p:cNvSpPr txBox="1"/>
          <p:nvPr>
            <p:ph idx="1" type="subTitle"/>
          </p:nvPr>
        </p:nvSpPr>
        <p:spPr>
          <a:xfrm>
            <a:off x="3154650" y="1107294"/>
            <a:ext cx="5760900" cy="506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0" name="Google Shape;90;p15"/>
          <p:cNvSpPr/>
          <p:nvPr>
            <p:ph idx="2" type="pic"/>
          </p:nvPr>
        </p:nvSpPr>
        <p:spPr>
          <a:xfrm>
            <a:off x="3154650" y="3875225"/>
            <a:ext cx="618600" cy="808500"/>
          </a:xfrm>
          <a:prstGeom prst="snip2DiagRect">
            <a:avLst>
              <a:gd fmla="val 0" name="adj1"/>
              <a:gd fmla="val 34473" name="adj2"/>
            </a:avLst>
          </a:prstGeom>
          <a:noFill/>
          <a:ln>
            <a:noFill/>
          </a:ln>
        </p:spPr>
      </p:sp>
      <p:sp>
        <p:nvSpPr>
          <p:cNvPr id="91" name="Google Shape;91;p15"/>
          <p:cNvSpPr txBox="1"/>
          <p:nvPr>
            <p:ph idx="3" type="subTitle"/>
          </p:nvPr>
        </p:nvSpPr>
        <p:spPr>
          <a:xfrm>
            <a:off x="3859150" y="4072916"/>
            <a:ext cx="2621700" cy="1731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900"/>
              <a:buFont typeface="Red Hat Display"/>
              <a:buNone/>
              <a:defRPr sz="900">
                <a:solidFill>
                  <a:schemeClr val="dk2"/>
                </a:solidFill>
              </a:defRPr>
            </a:lvl1pPr>
            <a:lvl2pPr lvl="1">
              <a:spcBef>
                <a:spcPts val="0"/>
              </a:spcBef>
              <a:spcAft>
                <a:spcPts val="0"/>
              </a:spcAft>
              <a:buClr>
                <a:schemeClr val="dk2"/>
              </a:buClr>
              <a:buSzPts val="900"/>
              <a:buNone/>
              <a:defRPr sz="900">
                <a:solidFill>
                  <a:schemeClr val="dk2"/>
                </a:solidFill>
              </a:defRPr>
            </a:lvl2pPr>
            <a:lvl3pPr lvl="2">
              <a:spcBef>
                <a:spcPts val="0"/>
              </a:spcBef>
              <a:spcAft>
                <a:spcPts val="0"/>
              </a:spcAft>
              <a:buClr>
                <a:schemeClr val="dk2"/>
              </a:buClr>
              <a:buSzPts val="900"/>
              <a:buNone/>
              <a:defRPr sz="900">
                <a:solidFill>
                  <a:schemeClr val="dk2"/>
                </a:solidFill>
              </a:defRPr>
            </a:lvl3pPr>
            <a:lvl4pPr lvl="3">
              <a:spcBef>
                <a:spcPts val="0"/>
              </a:spcBef>
              <a:spcAft>
                <a:spcPts val="0"/>
              </a:spcAft>
              <a:buClr>
                <a:schemeClr val="dk2"/>
              </a:buClr>
              <a:buSzPts val="900"/>
              <a:buNone/>
              <a:defRPr sz="900">
                <a:solidFill>
                  <a:schemeClr val="dk2"/>
                </a:solidFill>
              </a:defRPr>
            </a:lvl4pPr>
            <a:lvl5pPr lvl="4">
              <a:spcBef>
                <a:spcPts val="0"/>
              </a:spcBef>
              <a:spcAft>
                <a:spcPts val="0"/>
              </a:spcAft>
              <a:buClr>
                <a:schemeClr val="dk2"/>
              </a:buClr>
              <a:buSzPts val="900"/>
              <a:buNone/>
              <a:defRPr sz="900">
                <a:solidFill>
                  <a:schemeClr val="dk2"/>
                </a:solidFill>
              </a:defRPr>
            </a:lvl5pPr>
            <a:lvl6pPr lvl="5">
              <a:spcBef>
                <a:spcPts val="0"/>
              </a:spcBef>
              <a:spcAft>
                <a:spcPts val="0"/>
              </a:spcAft>
              <a:buClr>
                <a:schemeClr val="dk2"/>
              </a:buClr>
              <a:buSzPts val="900"/>
              <a:buNone/>
              <a:defRPr sz="900">
                <a:solidFill>
                  <a:schemeClr val="dk2"/>
                </a:solidFill>
              </a:defRPr>
            </a:lvl6pPr>
            <a:lvl7pPr lvl="6">
              <a:spcBef>
                <a:spcPts val="0"/>
              </a:spcBef>
              <a:spcAft>
                <a:spcPts val="0"/>
              </a:spcAft>
              <a:buClr>
                <a:schemeClr val="dk2"/>
              </a:buClr>
              <a:buSzPts val="900"/>
              <a:buNone/>
              <a:defRPr sz="900">
                <a:solidFill>
                  <a:schemeClr val="dk2"/>
                </a:solidFill>
              </a:defRPr>
            </a:lvl7pPr>
            <a:lvl8pPr lvl="7">
              <a:spcBef>
                <a:spcPts val="0"/>
              </a:spcBef>
              <a:spcAft>
                <a:spcPts val="0"/>
              </a:spcAft>
              <a:buClr>
                <a:schemeClr val="dk2"/>
              </a:buClr>
              <a:buSzPts val="900"/>
              <a:buNone/>
              <a:defRPr sz="900">
                <a:solidFill>
                  <a:schemeClr val="dk2"/>
                </a:solidFill>
              </a:defRPr>
            </a:lvl8pPr>
            <a:lvl9pPr lvl="8">
              <a:spcBef>
                <a:spcPts val="0"/>
              </a:spcBef>
              <a:spcAft>
                <a:spcPts val="0"/>
              </a:spcAft>
              <a:buClr>
                <a:schemeClr val="dk2"/>
              </a:buClr>
              <a:buSzPts val="900"/>
              <a:buNone/>
              <a:defRPr sz="900">
                <a:solidFill>
                  <a:schemeClr val="dk2"/>
                </a:solidFill>
              </a:defRPr>
            </a:lvl9pPr>
          </a:lstStyle>
          <a:p/>
        </p:txBody>
      </p:sp>
      <p:sp>
        <p:nvSpPr>
          <p:cNvPr id="92" name="Google Shape;92;p15"/>
          <p:cNvSpPr txBox="1"/>
          <p:nvPr>
            <p:ph idx="4" type="subTitle"/>
          </p:nvPr>
        </p:nvSpPr>
        <p:spPr>
          <a:xfrm>
            <a:off x="3859150" y="4321400"/>
            <a:ext cx="1061400" cy="1731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900"/>
              <a:buNone/>
              <a:defRPr sz="900"/>
            </a:lvl2pPr>
            <a:lvl3pPr lvl="2">
              <a:spcBef>
                <a:spcPts val="0"/>
              </a:spcBef>
              <a:spcAft>
                <a:spcPts val="0"/>
              </a:spcAft>
              <a:buClr>
                <a:schemeClr val="lt1"/>
              </a:buClr>
              <a:buSzPts val="900"/>
              <a:buNone/>
              <a:defRPr sz="900"/>
            </a:lvl3pPr>
            <a:lvl4pPr lvl="3">
              <a:spcBef>
                <a:spcPts val="0"/>
              </a:spcBef>
              <a:spcAft>
                <a:spcPts val="0"/>
              </a:spcAft>
              <a:buClr>
                <a:schemeClr val="lt1"/>
              </a:buClr>
              <a:buSzPts val="900"/>
              <a:buNone/>
              <a:defRPr sz="900"/>
            </a:lvl4pPr>
            <a:lvl5pPr lvl="4">
              <a:spcBef>
                <a:spcPts val="0"/>
              </a:spcBef>
              <a:spcAft>
                <a:spcPts val="0"/>
              </a:spcAft>
              <a:buClr>
                <a:schemeClr val="lt1"/>
              </a:buClr>
              <a:buSzPts val="900"/>
              <a:buNone/>
              <a:defRPr sz="900"/>
            </a:lvl5pPr>
            <a:lvl6pPr lvl="5">
              <a:spcBef>
                <a:spcPts val="0"/>
              </a:spcBef>
              <a:spcAft>
                <a:spcPts val="0"/>
              </a:spcAft>
              <a:buClr>
                <a:schemeClr val="lt1"/>
              </a:buClr>
              <a:buSzPts val="900"/>
              <a:buNone/>
              <a:defRPr sz="900"/>
            </a:lvl6pPr>
            <a:lvl7pPr lvl="6">
              <a:spcBef>
                <a:spcPts val="0"/>
              </a:spcBef>
              <a:spcAft>
                <a:spcPts val="0"/>
              </a:spcAft>
              <a:buClr>
                <a:schemeClr val="lt1"/>
              </a:buClr>
              <a:buSzPts val="900"/>
              <a:buNone/>
              <a:defRPr sz="900"/>
            </a:lvl7pPr>
            <a:lvl8pPr lvl="7">
              <a:spcBef>
                <a:spcPts val="0"/>
              </a:spcBef>
              <a:spcAft>
                <a:spcPts val="0"/>
              </a:spcAft>
              <a:buClr>
                <a:schemeClr val="lt1"/>
              </a:buClr>
              <a:buSzPts val="900"/>
              <a:buNone/>
              <a:defRPr sz="900"/>
            </a:lvl8pPr>
            <a:lvl9pPr lvl="8">
              <a:spcBef>
                <a:spcPts val="0"/>
              </a:spcBef>
              <a:spcAft>
                <a:spcPts val="0"/>
              </a:spcAft>
              <a:buClr>
                <a:schemeClr val="lt1"/>
              </a:buClr>
              <a:buSzPts val="900"/>
              <a:buNone/>
              <a:defRPr sz="900"/>
            </a:lvl9pPr>
          </a:lstStyle>
          <a:p/>
        </p:txBody>
      </p:sp>
      <p:sp>
        <p:nvSpPr>
          <p:cNvPr id="93" name="Google Shape;93;p15"/>
          <p:cNvSpPr txBox="1"/>
          <p:nvPr>
            <p:ph idx="5" type="subTitle"/>
          </p:nvPr>
        </p:nvSpPr>
        <p:spPr>
          <a:xfrm>
            <a:off x="5055800" y="4321400"/>
            <a:ext cx="1061400" cy="1731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900"/>
              <a:buNone/>
              <a:defRPr sz="900"/>
            </a:lvl2pPr>
            <a:lvl3pPr lvl="2">
              <a:spcBef>
                <a:spcPts val="0"/>
              </a:spcBef>
              <a:spcAft>
                <a:spcPts val="0"/>
              </a:spcAft>
              <a:buClr>
                <a:schemeClr val="lt1"/>
              </a:buClr>
              <a:buSzPts val="900"/>
              <a:buNone/>
              <a:defRPr sz="900"/>
            </a:lvl3pPr>
            <a:lvl4pPr lvl="3">
              <a:spcBef>
                <a:spcPts val="0"/>
              </a:spcBef>
              <a:spcAft>
                <a:spcPts val="0"/>
              </a:spcAft>
              <a:buClr>
                <a:schemeClr val="lt1"/>
              </a:buClr>
              <a:buSzPts val="900"/>
              <a:buNone/>
              <a:defRPr sz="900"/>
            </a:lvl4pPr>
            <a:lvl5pPr lvl="4">
              <a:spcBef>
                <a:spcPts val="0"/>
              </a:spcBef>
              <a:spcAft>
                <a:spcPts val="0"/>
              </a:spcAft>
              <a:buClr>
                <a:schemeClr val="lt1"/>
              </a:buClr>
              <a:buSzPts val="900"/>
              <a:buNone/>
              <a:defRPr sz="900"/>
            </a:lvl5pPr>
            <a:lvl6pPr lvl="5">
              <a:spcBef>
                <a:spcPts val="0"/>
              </a:spcBef>
              <a:spcAft>
                <a:spcPts val="0"/>
              </a:spcAft>
              <a:buClr>
                <a:schemeClr val="lt1"/>
              </a:buClr>
              <a:buSzPts val="900"/>
              <a:buNone/>
              <a:defRPr sz="900"/>
            </a:lvl6pPr>
            <a:lvl7pPr lvl="6">
              <a:spcBef>
                <a:spcPts val="0"/>
              </a:spcBef>
              <a:spcAft>
                <a:spcPts val="0"/>
              </a:spcAft>
              <a:buClr>
                <a:schemeClr val="lt1"/>
              </a:buClr>
              <a:buSzPts val="900"/>
              <a:buNone/>
              <a:defRPr sz="900"/>
            </a:lvl7pPr>
            <a:lvl8pPr lvl="7">
              <a:spcBef>
                <a:spcPts val="0"/>
              </a:spcBef>
              <a:spcAft>
                <a:spcPts val="0"/>
              </a:spcAft>
              <a:buClr>
                <a:schemeClr val="lt1"/>
              </a:buClr>
              <a:buSzPts val="900"/>
              <a:buNone/>
              <a:defRPr sz="900"/>
            </a:lvl8pPr>
            <a:lvl9pPr lvl="8">
              <a:spcBef>
                <a:spcPts val="0"/>
              </a:spcBef>
              <a:spcAft>
                <a:spcPts val="0"/>
              </a:spcAft>
              <a:buClr>
                <a:schemeClr val="lt1"/>
              </a:buClr>
              <a:buSzPts val="900"/>
              <a:buNone/>
              <a:defRPr sz="900"/>
            </a:lvl9pPr>
          </a:lstStyle>
          <a:p/>
        </p:txBody>
      </p:sp>
      <p:sp>
        <p:nvSpPr>
          <p:cNvPr id="94" name="Google Shape;94;p15"/>
          <p:cNvSpPr txBox="1"/>
          <p:nvPr>
            <p:ph idx="6" type="subTitle"/>
          </p:nvPr>
        </p:nvSpPr>
        <p:spPr>
          <a:xfrm>
            <a:off x="6252450" y="4321400"/>
            <a:ext cx="1061400" cy="1731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900"/>
              <a:buNone/>
              <a:defRPr sz="900"/>
            </a:lvl2pPr>
            <a:lvl3pPr lvl="2">
              <a:spcBef>
                <a:spcPts val="0"/>
              </a:spcBef>
              <a:spcAft>
                <a:spcPts val="0"/>
              </a:spcAft>
              <a:buClr>
                <a:schemeClr val="lt1"/>
              </a:buClr>
              <a:buSzPts val="900"/>
              <a:buNone/>
              <a:defRPr sz="900"/>
            </a:lvl3pPr>
            <a:lvl4pPr lvl="3">
              <a:spcBef>
                <a:spcPts val="0"/>
              </a:spcBef>
              <a:spcAft>
                <a:spcPts val="0"/>
              </a:spcAft>
              <a:buClr>
                <a:schemeClr val="lt1"/>
              </a:buClr>
              <a:buSzPts val="900"/>
              <a:buNone/>
              <a:defRPr sz="900"/>
            </a:lvl4pPr>
            <a:lvl5pPr lvl="4">
              <a:spcBef>
                <a:spcPts val="0"/>
              </a:spcBef>
              <a:spcAft>
                <a:spcPts val="0"/>
              </a:spcAft>
              <a:buClr>
                <a:schemeClr val="lt1"/>
              </a:buClr>
              <a:buSzPts val="900"/>
              <a:buNone/>
              <a:defRPr sz="900"/>
            </a:lvl5pPr>
            <a:lvl6pPr lvl="5">
              <a:spcBef>
                <a:spcPts val="0"/>
              </a:spcBef>
              <a:spcAft>
                <a:spcPts val="0"/>
              </a:spcAft>
              <a:buClr>
                <a:schemeClr val="lt1"/>
              </a:buClr>
              <a:buSzPts val="900"/>
              <a:buNone/>
              <a:defRPr sz="900"/>
            </a:lvl6pPr>
            <a:lvl7pPr lvl="6">
              <a:spcBef>
                <a:spcPts val="0"/>
              </a:spcBef>
              <a:spcAft>
                <a:spcPts val="0"/>
              </a:spcAft>
              <a:buClr>
                <a:schemeClr val="lt1"/>
              </a:buClr>
              <a:buSzPts val="900"/>
              <a:buNone/>
              <a:defRPr sz="900"/>
            </a:lvl7pPr>
            <a:lvl8pPr lvl="7">
              <a:spcBef>
                <a:spcPts val="0"/>
              </a:spcBef>
              <a:spcAft>
                <a:spcPts val="0"/>
              </a:spcAft>
              <a:buClr>
                <a:schemeClr val="lt1"/>
              </a:buClr>
              <a:buSzPts val="900"/>
              <a:buNone/>
              <a:defRPr sz="900"/>
            </a:lvl8pPr>
            <a:lvl9pPr lvl="8">
              <a:spcBef>
                <a:spcPts val="0"/>
              </a:spcBef>
              <a:spcAft>
                <a:spcPts val="0"/>
              </a:spcAft>
              <a:buClr>
                <a:schemeClr val="lt1"/>
              </a:buClr>
              <a:buSzPts val="900"/>
              <a:buNone/>
              <a:defRPr sz="9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BLANK_2">
    <p:spTree>
      <p:nvGrpSpPr>
        <p:cNvPr id="95" name="Shape 95"/>
        <p:cNvGrpSpPr/>
        <p:nvPr/>
      </p:nvGrpSpPr>
      <p:grpSpPr>
        <a:xfrm>
          <a:off x="0" y="0"/>
          <a:ext cx="0" cy="0"/>
          <a:chOff x="0" y="0"/>
          <a:chExt cx="0" cy="0"/>
        </a:xfrm>
      </p:grpSpPr>
      <p:sp>
        <p:nvSpPr>
          <p:cNvPr id="96" name="Google Shape;96;p16"/>
          <p:cNvSpPr/>
          <p:nvPr/>
        </p:nvSpPr>
        <p:spPr>
          <a:xfrm>
            <a:off x="7291578" y="4100578"/>
            <a:ext cx="812400" cy="1042800"/>
          </a:xfrm>
          <a:prstGeom prst="snip2DiagRect">
            <a:avLst>
              <a:gd fmla="val 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97" name="Google Shape;97;p16"/>
          <p:cNvSpPr/>
          <p:nvPr/>
        </p:nvSpPr>
        <p:spPr>
          <a:xfrm>
            <a:off x="8102077" y="4100581"/>
            <a:ext cx="609900" cy="1042800"/>
          </a:xfrm>
          <a:prstGeom prst="snip2DiagRect">
            <a:avLst>
              <a:gd fmla="val 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98" name="Google Shape;98;p16"/>
          <p:cNvSpPr/>
          <p:nvPr/>
        </p:nvSpPr>
        <p:spPr>
          <a:xfrm>
            <a:off x="8677575" y="4100576"/>
            <a:ext cx="466500" cy="1042800"/>
          </a:xfrm>
          <a:prstGeom prst="snip2DiagRect">
            <a:avLst>
              <a:gd fmla="val 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99" name="Google Shape;99;p16"/>
          <p:cNvSpPr/>
          <p:nvPr/>
        </p:nvSpPr>
        <p:spPr>
          <a:xfrm>
            <a:off x="5206068" y="0"/>
            <a:ext cx="1241100" cy="1020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00" name="Google Shape;100;p16"/>
          <p:cNvSpPr/>
          <p:nvPr/>
        </p:nvSpPr>
        <p:spPr>
          <a:xfrm>
            <a:off x="6447262" y="0"/>
            <a:ext cx="844200" cy="1020600"/>
          </a:xfrm>
          <a:prstGeom prst="snip2DiagRect">
            <a:avLst>
              <a:gd fmla="val 0" name="adj1"/>
              <a:gd fmla="val 5000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01" name="Google Shape;101;p16"/>
          <p:cNvSpPr/>
          <p:nvPr/>
        </p:nvSpPr>
        <p:spPr>
          <a:xfrm>
            <a:off x="8102075" y="0"/>
            <a:ext cx="6099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02" name="Google Shape;102;p16"/>
          <p:cNvSpPr/>
          <p:nvPr/>
        </p:nvSpPr>
        <p:spPr>
          <a:xfrm>
            <a:off x="8102075" y="2040871"/>
            <a:ext cx="609900" cy="1020600"/>
          </a:xfrm>
          <a:prstGeom prst="snip2DiagRect">
            <a:avLst>
              <a:gd fmla="val 0" name="adj1"/>
              <a:gd fmla="val 5000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03" name="Google Shape;103;p16"/>
          <p:cNvSpPr/>
          <p:nvPr/>
        </p:nvSpPr>
        <p:spPr>
          <a:xfrm>
            <a:off x="7291578" y="3061484"/>
            <a:ext cx="812400" cy="1042800"/>
          </a:xfrm>
          <a:prstGeom prst="snip2DiagRect">
            <a:avLst>
              <a:gd fmla="val 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04" name="Google Shape;104;p16"/>
          <p:cNvSpPr/>
          <p:nvPr/>
        </p:nvSpPr>
        <p:spPr>
          <a:xfrm>
            <a:off x="5206074" y="1020431"/>
            <a:ext cx="1241100" cy="10206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05" name="Google Shape;105;p16"/>
          <p:cNvSpPr/>
          <p:nvPr/>
        </p:nvSpPr>
        <p:spPr>
          <a:xfrm>
            <a:off x="4028275" y="0"/>
            <a:ext cx="1177800" cy="10206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06" name="Google Shape;106;p16"/>
          <p:cNvSpPr/>
          <p:nvPr/>
        </p:nvSpPr>
        <p:spPr>
          <a:xfrm>
            <a:off x="4028281" y="1020428"/>
            <a:ext cx="1177800" cy="1020600"/>
          </a:xfrm>
          <a:prstGeom prst="snip2DiagRect">
            <a:avLst>
              <a:gd fmla="val 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07" name="Google Shape;107;p16"/>
          <p:cNvSpPr/>
          <p:nvPr/>
        </p:nvSpPr>
        <p:spPr>
          <a:xfrm>
            <a:off x="5206074" y="2040861"/>
            <a:ext cx="1241100" cy="1020600"/>
          </a:xfrm>
          <a:prstGeom prst="snip2DiagRect">
            <a:avLst>
              <a:gd fmla="val 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08" name="Google Shape;108;p16"/>
          <p:cNvSpPr/>
          <p:nvPr/>
        </p:nvSpPr>
        <p:spPr>
          <a:xfrm>
            <a:off x="8102075" y="1020429"/>
            <a:ext cx="6099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09" name="Google Shape;109;p16"/>
          <p:cNvSpPr/>
          <p:nvPr/>
        </p:nvSpPr>
        <p:spPr>
          <a:xfrm>
            <a:off x="7291574" y="0"/>
            <a:ext cx="8124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0" name="Google Shape;110;p16"/>
          <p:cNvSpPr/>
          <p:nvPr/>
        </p:nvSpPr>
        <p:spPr>
          <a:xfrm>
            <a:off x="8102080" y="3061475"/>
            <a:ext cx="609900" cy="1042800"/>
          </a:xfrm>
          <a:prstGeom prst="snip2DiagRect">
            <a:avLst>
              <a:gd fmla="val 0" name="adj1"/>
              <a:gd fmla="val 3967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1" name="Google Shape;111;p16"/>
          <p:cNvSpPr/>
          <p:nvPr/>
        </p:nvSpPr>
        <p:spPr>
          <a:xfrm>
            <a:off x="7291574" y="2040871"/>
            <a:ext cx="812400" cy="1020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2" name="Google Shape;112;p16"/>
          <p:cNvSpPr/>
          <p:nvPr/>
        </p:nvSpPr>
        <p:spPr>
          <a:xfrm>
            <a:off x="7291574" y="1020418"/>
            <a:ext cx="812400" cy="1020600"/>
          </a:xfrm>
          <a:prstGeom prst="snip2DiagRect">
            <a:avLst>
              <a:gd fmla="val 0" name="adj1"/>
              <a:gd fmla="val 5000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3" name="Google Shape;113;p16"/>
          <p:cNvSpPr/>
          <p:nvPr/>
        </p:nvSpPr>
        <p:spPr>
          <a:xfrm>
            <a:off x="6447262" y="1020429"/>
            <a:ext cx="844200" cy="1020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4" name="Google Shape;114;p16"/>
          <p:cNvSpPr/>
          <p:nvPr/>
        </p:nvSpPr>
        <p:spPr>
          <a:xfrm>
            <a:off x="6447262" y="2040858"/>
            <a:ext cx="844200" cy="10206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5" name="Google Shape;115;p16"/>
          <p:cNvSpPr/>
          <p:nvPr/>
        </p:nvSpPr>
        <p:spPr>
          <a:xfrm>
            <a:off x="6447275" y="3061486"/>
            <a:ext cx="844200" cy="1042800"/>
          </a:xfrm>
          <a:prstGeom prst="snip2DiagRect">
            <a:avLst>
              <a:gd fmla="val 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6" name="Google Shape;116;p16"/>
          <p:cNvSpPr/>
          <p:nvPr/>
        </p:nvSpPr>
        <p:spPr>
          <a:xfrm>
            <a:off x="8677575" y="0"/>
            <a:ext cx="466500" cy="1020600"/>
          </a:xfrm>
          <a:prstGeom prst="snip2DiagRect">
            <a:avLst>
              <a:gd fmla="val 0" name="adj1"/>
              <a:gd fmla="val 50000"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7" name="Google Shape;117;p16"/>
          <p:cNvSpPr/>
          <p:nvPr/>
        </p:nvSpPr>
        <p:spPr>
          <a:xfrm>
            <a:off x="8677575" y="2040869"/>
            <a:ext cx="466500" cy="1020600"/>
          </a:xfrm>
          <a:prstGeom prst="snip2DiagRect">
            <a:avLst>
              <a:gd fmla="val 0" name="adj1"/>
              <a:gd fmla="val 3967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8" name="Google Shape;118;p16"/>
          <p:cNvSpPr/>
          <p:nvPr/>
        </p:nvSpPr>
        <p:spPr>
          <a:xfrm>
            <a:off x="8677575" y="1020428"/>
            <a:ext cx="4665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9" name="Google Shape;119;p16"/>
          <p:cNvSpPr/>
          <p:nvPr/>
        </p:nvSpPr>
        <p:spPr>
          <a:xfrm>
            <a:off x="8677577" y="3061472"/>
            <a:ext cx="466500" cy="10428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20" name="Google Shape;120;p16"/>
          <p:cNvSpPr txBox="1"/>
          <p:nvPr>
            <p:ph type="title"/>
          </p:nvPr>
        </p:nvSpPr>
        <p:spPr>
          <a:xfrm>
            <a:off x="259050" y="3670842"/>
            <a:ext cx="5760900" cy="587700"/>
          </a:xfrm>
          <a:prstGeom prst="rect">
            <a:avLst/>
          </a:prstGeom>
        </p:spPr>
        <p:txBody>
          <a:bodyPr anchorCtr="0" anchor="b" bIns="0" lIns="0" spcFirstLastPara="1" rIns="91425" wrap="square" tIns="91425">
            <a:noAutofit/>
          </a:bodyPr>
          <a:lstStyle>
            <a:lvl1pPr lvl="0">
              <a:spcBef>
                <a:spcPts val="0"/>
              </a:spcBef>
              <a:spcAft>
                <a:spcPts val="0"/>
              </a:spcAft>
              <a:buNone/>
              <a:defRPr sz="5600">
                <a:solidFill>
                  <a:schemeClr val="lt1"/>
                </a:solidFill>
              </a:defRPr>
            </a:lvl1pPr>
            <a:lvl2pPr lvl="1">
              <a:lnSpc>
                <a:spcPct val="115000"/>
              </a:lnSpc>
              <a:spcBef>
                <a:spcPts val="0"/>
              </a:spcBef>
              <a:spcAft>
                <a:spcPts val="0"/>
              </a:spcAft>
              <a:buNone/>
              <a:defRPr>
                <a:solidFill>
                  <a:schemeClr val="lt1"/>
                </a:solidFill>
              </a:defRPr>
            </a:lvl2pPr>
            <a:lvl3pPr lvl="2">
              <a:lnSpc>
                <a:spcPct val="115000"/>
              </a:lnSpc>
              <a:spcBef>
                <a:spcPts val="0"/>
              </a:spcBef>
              <a:spcAft>
                <a:spcPts val="0"/>
              </a:spcAft>
              <a:buNone/>
              <a:defRPr>
                <a:solidFill>
                  <a:schemeClr val="lt1"/>
                </a:solidFill>
              </a:defRPr>
            </a:lvl3pPr>
            <a:lvl4pPr lvl="3">
              <a:lnSpc>
                <a:spcPct val="115000"/>
              </a:lnSpc>
              <a:spcBef>
                <a:spcPts val="0"/>
              </a:spcBef>
              <a:spcAft>
                <a:spcPts val="0"/>
              </a:spcAft>
              <a:buNone/>
              <a:defRPr>
                <a:solidFill>
                  <a:schemeClr val="lt1"/>
                </a:solidFill>
              </a:defRPr>
            </a:lvl4pPr>
            <a:lvl5pPr lvl="4">
              <a:lnSpc>
                <a:spcPct val="115000"/>
              </a:lnSpc>
              <a:spcBef>
                <a:spcPts val="0"/>
              </a:spcBef>
              <a:spcAft>
                <a:spcPts val="0"/>
              </a:spcAft>
              <a:buNone/>
              <a:defRPr>
                <a:solidFill>
                  <a:schemeClr val="lt1"/>
                </a:solidFill>
              </a:defRPr>
            </a:lvl5pPr>
            <a:lvl6pPr lvl="5">
              <a:lnSpc>
                <a:spcPct val="115000"/>
              </a:lnSpc>
              <a:spcBef>
                <a:spcPts val="0"/>
              </a:spcBef>
              <a:spcAft>
                <a:spcPts val="0"/>
              </a:spcAft>
              <a:buNone/>
              <a:defRPr>
                <a:solidFill>
                  <a:schemeClr val="lt1"/>
                </a:solidFill>
              </a:defRPr>
            </a:lvl6pPr>
            <a:lvl7pPr lvl="6">
              <a:lnSpc>
                <a:spcPct val="115000"/>
              </a:lnSpc>
              <a:spcBef>
                <a:spcPts val="0"/>
              </a:spcBef>
              <a:spcAft>
                <a:spcPts val="0"/>
              </a:spcAft>
              <a:buNone/>
              <a:defRPr>
                <a:solidFill>
                  <a:schemeClr val="lt1"/>
                </a:solidFill>
              </a:defRPr>
            </a:lvl7pPr>
            <a:lvl8pPr lvl="7">
              <a:lnSpc>
                <a:spcPct val="115000"/>
              </a:lnSpc>
              <a:spcBef>
                <a:spcPts val="0"/>
              </a:spcBef>
              <a:spcAft>
                <a:spcPts val="0"/>
              </a:spcAft>
              <a:buNone/>
              <a:defRPr>
                <a:solidFill>
                  <a:schemeClr val="lt1"/>
                </a:solidFill>
              </a:defRPr>
            </a:lvl8pPr>
            <a:lvl9pPr lvl="8">
              <a:lnSpc>
                <a:spcPct val="115000"/>
              </a:lnSpc>
              <a:spcBef>
                <a:spcPts val="0"/>
              </a:spcBef>
              <a:spcAft>
                <a:spcPts val="0"/>
              </a:spcAft>
              <a:buNone/>
              <a:defRPr>
                <a:solidFill>
                  <a:schemeClr val="lt1"/>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section header">
  <p:cSld name="BLANK_1">
    <p:bg>
      <p:bgPr>
        <a:solidFill>
          <a:schemeClr val="accent5"/>
        </a:solidFill>
      </p:bgPr>
    </p:bg>
    <p:spTree>
      <p:nvGrpSpPr>
        <p:cNvPr id="121" name="Shape 121"/>
        <p:cNvGrpSpPr/>
        <p:nvPr/>
      </p:nvGrpSpPr>
      <p:grpSpPr>
        <a:xfrm>
          <a:off x="0" y="0"/>
          <a:ext cx="0" cy="0"/>
          <a:chOff x="0" y="0"/>
          <a:chExt cx="0" cy="0"/>
        </a:xfrm>
      </p:grpSpPr>
      <p:grpSp>
        <p:nvGrpSpPr>
          <p:cNvPr id="122" name="Google Shape;122;p17"/>
          <p:cNvGrpSpPr/>
          <p:nvPr/>
        </p:nvGrpSpPr>
        <p:grpSpPr>
          <a:xfrm>
            <a:off x="4895291" y="1377627"/>
            <a:ext cx="4091726" cy="3670806"/>
            <a:chOff x="5223565" y="1672200"/>
            <a:chExt cx="3763198" cy="3376074"/>
          </a:xfrm>
        </p:grpSpPr>
        <p:sp>
          <p:nvSpPr>
            <p:cNvPr id="123" name="Google Shape;123;p17"/>
            <p:cNvSpPr/>
            <p:nvPr/>
          </p:nvSpPr>
          <p:spPr>
            <a:xfrm>
              <a:off x="8597363" y="4658874"/>
              <a:ext cx="389400" cy="389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24" name="Google Shape;124;p17"/>
            <p:cNvSpPr/>
            <p:nvPr/>
          </p:nvSpPr>
          <p:spPr>
            <a:xfrm>
              <a:off x="8221477" y="4674761"/>
              <a:ext cx="364500" cy="364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25" name="Google Shape;125;p17"/>
            <p:cNvSpPr/>
            <p:nvPr/>
          </p:nvSpPr>
          <p:spPr>
            <a:xfrm>
              <a:off x="7827856" y="4668751"/>
              <a:ext cx="364500" cy="364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26" name="Google Shape;126;p17"/>
            <p:cNvSpPr/>
            <p:nvPr/>
          </p:nvSpPr>
          <p:spPr>
            <a:xfrm>
              <a:off x="7434256" y="4656732"/>
              <a:ext cx="364500" cy="364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27" name="Google Shape;127;p17"/>
            <p:cNvSpPr/>
            <p:nvPr/>
          </p:nvSpPr>
          <p:spPr>
            <a:xfrm>
              <a:off x="7061685" y="4674751"/>
              <a:ext cx="328500" cy="328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28" name="Google Shape;128;p17"/>
            <p:cNvSpPr/>
            <p:nvPr/>
          </p:nvSpPr>
          <p:spPr>
            <a:xfrm>
              <a:off x="6674992" y="4683725"/>
              <a:ext cx="310500" cy="31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29" name="Google Shape;129;p17"/>
            <p:cNvSpPr/>
            <p:nvPr/>
          </p:nvSpPr>
          <p:spPr>
            <a:xfrm>
              <a:off x="6302724" y="4703118"/>
              <a:ext cx="266100" cy="266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0" name="Google Shape;130;p17"/>
            <p:cNvSpPr/>
            <p:nvPr/>
          </p:nvSpPr>
          <p:spPr>
            <a:xfrm>
              <a:off x="5931636" y="4719313"/>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1" name="Google Shape;131;p17"/>
            <p:cNvSpPr/>
            <p:nvPr/>
          </p:nvSpPr>
          <p:spPr>
            <a:xfrm>
              <a:off x="5574999" y="4754125"/>
              <a:ext cx="164100" cy="164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2" name="Google Shape;132;p17"/>
            <p:cNvSpPr/>
            <p:nvPr/>
          </p:nvSpPr>
          <p:spPr>
            <a:xfrm>
              <a:off x="5223565" y="4792075"/>
              <a:ext cx="88200" cy="882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3" name="Google Shape;133;p17"/>
            <p:cNvSpPr/>
            <p:nvPr/>
          </p:nvSpPr>
          <p:spPr>
            <a:xfrm>
              <a:off x="5233309" y="4405993"/>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4" name="Google Shape;134;p17"/>
            <p:cNvSpPr/>
            <p:nvPr/>
          </p:nvSpPr>
          <p:spPr>
            <a:xfrm>
              <a:off x="5255991" y="4031074"/>
              <a:ext cx="32400" cy="3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5" name="Google Shape;135;p17"/>
            <p:cNvSpPr/>
            <p:nvPr/>
          </p:nvSpPr>
          <p:spPr>
            <a:xfrm>
              <a:off x="5577744" y="4359245"/>
              <a:ext cx="164100" cy="164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6" name="Google Shape;136;p17"/>
            <p:cNvSpPr/>
            <p:nvPr/>
          </p:nvSpPr>
          <p:spPr>
            <a:xfrm>
              <a:off x="5597859" y="3989773"/>
              <a:ext cx="128400" cy="128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7" name="Google Shape;137;p17"/>
            <p:cNvSpPr/>
            <p:nvPr/>
          </p:nvSpPr>
          <p:spPr>
            <a:xfrm>
              <a:off x="5617892" y="3617917"/>
              <a:ext cx="88200" cy="88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8" name="Google Shape;138;p17"/>
            <p:cNvSpPr/>
            <p:nvPr/>
          </p:nvSpPr>
          <p:spPr>
            <a:xfrm>
              <a:off x="5640242" y="3256822"/>
              <a:ext cx="43500" cy="43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9" name="Google Shape;139;p17"/>
            <p:cNvSpPr/>
            <p:nvPr/>
          </p:nvSpPr>
          <p:spPr>
            <a:xfrm>
              <a:off x="5947917" y="4337666"/>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0" name="Google Shape;140;p17"/>
            <p:cNvSpPr/>
            <p:nvPr/>
          </p:nvSpPr>
          <p:spPr>
            <a:xfrm>
              <a:off x="5947917" y="3948966"/>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1" name="Google Shape;141;p17"/>
            <p:cNvSpPr/>
            <p:nvPr/>
          </p:nvSpPr>
          <p:spPr>
            <a:xfrm>
              <a:off x="5971017" y="3583374"/>
              <a:ext cx="164100" cy="164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2" name="Google Shape;142;p17"/>
            <p:cNvSpPr/>
            <p:nvPr/>
          </p:nvSpPr>
          <p:spPr>
            <a:xfrm>
              <a:off x="6000412" y="3213736"/>
              <a:ext cx="120600" cy="1206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3" name="Google Shape;143;p17"/>
            <p:cNvSpPr/>
            <p:nvPr/>
          </p:nvSpPr>
          <p:spPr>
            <a:xfrm>
              <a:off x="6028158" y="2848212"/>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4" name="Google Shape;144;p17"/>
            <p:cNvSpPr/>
            <p:nvPr/>
          </p:nvSpPr>
          <p:spPr>
            <a:xfrm>
              <a:off x="6310165" y="4307974"/>
              <a:ext cx="266100" cy="266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5" name="Google Shape;145;p17"/>
            <p:cNvSpPr/>
            <p:nvPr/>
          </p:nvSpPr>
          <p:spPr>
            <a:xfrm>
              <a:off x="6317617" y="3928525"/>
              <a:ext cx="251100" cy="251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6" name="Google Shape;146;p17"/>
            <p:cNvSpPr/>
            <p:nvPr/>
          </p:nvSpPr>
          <p:spPr>
            <a:xfrm>
              <a:off x="6338017" y="3557025"/>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7" name="Google Shape;147;p17"/>
            <p:cNvSpPr/>
            <p:nvPr/>
          </p:nvSpPr>
          <p:spPr>
            <a:xfrm>
              <a:off x="6353659" y="3174152"/>
              <a:ext cx="190800" cy="1908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8" name="Google Shape;148;p17"/>
            <p:cNvSpPr/>
            <p:nvPr/>
          </p:nvSpPr>
          <p:spPr>
            <a:xfrm>
              <a:off x="6378718" y="2811048"/>
              <a:ext cx="140700" cy="140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9" name="Google Shape;149;p17"/>
            <p:cNvSpPr/>
            <p:nvPr/>
          </p:nvSpPr>
          <p:spPr>
            <a:xfrm>
              <a:off x="6742842" y="2786001"/>
              <a:ext cx="190800" cy="1908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50" name="Google Shape;150;p17"/>
            <p:cNvSpPr/>
            <p:nvPr/>
          </p:nvSpPr>
          <p:spPr>
            <a:xfrm>
              <a:off x="6416508" y="2460862"/>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51" name="Google Shape;151;p17"/>
            <p:cNvSpPr/>
            <p:nvPr/>
          </p:nvSpPr>
          <p:spPr>
            <a:xfrm>
              <a:off x="6767893" y="2423048"/>
              <a:ext cx="140700" cy="140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52" name="Google Shape;152;p17"/>
            <p:cNvSpPr/>
            <p:nvPr/>
          </p:nvSpPr>
          <p:spPr>
            <a:xfrm>
              <a:off x="6818658" y="2063849"/>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53" name="Google Shape;153;p17"/>
            <p:cNvSpPr/>
            <p:nvPr/>
          </p:nvSpPr>
          <p:spPr>
            <a:xfrm>
              <a:off x="6725510" y="3161725"/>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54" name="Google Shape;154;p17"/>
            <p:cNvSpPr/>
            <p:nvPr/>
          </p:nvSpPr>
          <p:spPr>
            <a:xfrm>
              <a:off x="6703814" y="3536492"/>
              <a:ext cx="266100" cy="266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55" name="Google Shape;155;p17"/>
            <p:cNvSpPr/>
            <p:nvPr/>
          </p:nvSpPr>
          <p:spPr>
            <a:xfrm>
              <a:off x="6693510" y="3918330"/>
              <a:ext cx="281700" cy="281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56" name="Google Shape;156;p17"/>
            <p:cNvSpPr/>
            <p:nvPr/>
          </p:nvSpPr>
          <p:spPr>
            <a:xfrm>
              <a:off x="6683243" y="4298575"/>
              <a:ext cx="302100" cy="302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57" name="Google Shape;157;p17"/>
            <p:cNvSpPr/>
            <p:nvPr/>
          </p:nvSpPr>
          <p:spPr>
            <a:xfrm>
              <a:off x="7061692" y="4285375"/>
              <a:ext cx="328500" cy="328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58" name="Google Shape;158;p17"/>
            <p:cNvSpPr/>
            <p:nvPr/>
          </p:nvSpPr>
          <p:spPr>
            <a:xfrm>
              <a:off x="7070692" y="3905000"/>
              <a:ext cx="310500" cy="31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59" name="Google Shape;159;p17"/>
            <p:cNvSpPr/>
            <p:nvPr/>
          </p:nvSpPr>
          <p:spPr>
            <a:xfrm>
              <a:off x="7085092" y="3528700"/>
              <a:ext cx="281700" cy="281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0" name="Google Shape;160;p17"/>
            <p:cNvSpPr/>
            <p:nvPr/>
          </p:nvSpPr>
          <p:spPr>
            <a:xfrm>
              <a:off x="7103018" y="3150325"/>
              <a:ext cx="256500" cy="256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1" name="Google Shape;161;p17"/>
            <p:cNvSpPr/>
            <p:nvPr/>
          </p:nvSpPr>
          <p:spPr>
            <a:xfrm>
              <a:off x="7124313" y="2779308"/>
              <a:ext cx="220500" cy="22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2" name="Google Shape;162;p17"/>
            <p:cNvSpPr/>
            <p:nvPr/>
          </p:nvSpPr>
          <p:spPr>
            <a:xfrm>
              <a:off x="7146044" y="2409955"/>
              <a:ext cx="174000" cy="174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3" name="Google Shape;163;p17"/>
            <p:cNvSpPr/>
            <p:nvPr/>
          </p:nvSpPr>
          <p:spPr>
            <a:xfrm>
              <a:off x="7186793" y="2052175"/>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4" name="Google Shape;164;p17"/>
            <p:cNvSpPr/>
            <p:nvPr/>
          </p:nvSpPr>
          <p:spPr>
            <a:xfrm>
              <a:off x="7976817" y="1672200"/>
              <a:ext cx="88200" cy="882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5" name="Google Shape;165;p17"/>
            <p:cNvSpPr/>
            <p:nvPr/>
          </p:nvSpPr>
          <p:spPr>
            <a:xfrm>
              <a:off x="8371192" y="1672200"/>
              <a:ext cx="88200" cy="882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6" name="Google Shape;166;p17"/>
            <p:cNvSpPr/>
            <p:nvPr/>
          </p:nvSpPr>
          <p:spPr>
            <a:xfrm>
              <a:off x="8764889" y="1672200"/>
              <a:ext cx="88200" cy="882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7" name="Google Shape;167;p17"/>
            <p:cNvSpPr/>
            <p:nvPr/>
          </p:nvSpPr>
          <p:spPr>
            <a:xfrm>
              <a:off x="7441492" y="4274600"/>
              <a:ext cx="350100" cy="35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8" name="Google Shape;168;p17"/>
            <p:cNvSpPr/>
            <p:nvPr/>
          </p:nvSpPr>
          <p:spPr>
            <a:xfrm>
              <a:off x="7452292" y="3896000"/>
              <a:ext cx="328500" cy="328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9" name="Google Shape;169;p17"/>
            <p:cNvSpPr/>
            <p:nvPr/>
          </p:nvSpPr>
          <p:spPr>
            <a:xfrm>
              <a:off x="7470292" y="3510175"/>
              <a:ext cx="310500" cy="31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70" name="Google Shape;170;p17"/>
            <p:cNvSpPr/>
            <p:nvPr/>
          </p:nvSpPr>
          <p:spPr>
            <a:xfrm>
              <a:off x="7484692" y="3137725"/>
              <a:ext cx="281700" cy="281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71" name="Google Shape;171;p17"/>
            <p:cNvSpPr/>
            <p:nvPr/>
          </p:nvSpPr>
          <p:spPr>
            <a:xfrm>
              <a:off x="7497293" y="2761300"/>
              <a:ext cx="256500" cy="256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72" name="Google Shape;172;p17"/>
            <p:cNvSpPr/>
            <p:nvPr/>
          </p:nvSpPr>
          <p:spPr>
            <a:xfrm>
              <a:off x="7515288" y="2386708"/>
              <a:ext cx="220500" cy="22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73" name="Google Shape;173;p17"/>
            <p:cNvSpPr/>
            <p:nvPr/>
          </p:nvSpPr>
          <p:spPr>
            <a:xfrm>
              <a:off x="7564468" y="2035826"/>
              <a:ext cx="140700" cy="140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74" name="Google Shape;174;p17"/>
            <p:cNvSpPr/>
            <p:nvPr/>
          </p:nvSpPr>
          <p:spPr>
            <a:xfrm>
              <a:off x="7828801" y="4272511"/>
              <a:ext cx="364500" cy="364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75" name="Google Shape;175;p17"/>
            <p:cNvSpPr/>
            <p:nvPr/>
          </p:nvSpPr>
          <p:spPr>
            <a:xfrm>
              <a:off x="7835067" y="3890650"/>
              <a:ext cx="350100" cy="35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76" name="Google Shape;176;p17"/>
            <p:cNvSpPr/>
            <p:nvPr/>
          </p:nvSpPr>
          <p:spPr>
            <a:xfrm>
              <a:off x="7850970" y="3509478"/>
              <a:ext cx="328500" cy="328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77" name="Google Shape;177;p17"/>
            <p:cNvSpPr/>
            <p:nvPr/>
          </p:nvSpPr>
          <p:spPr>
            <a:xfrm>
              <a:off x="7859967" y="3123325"/>
              <a:ext cx="310500" cy="31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78" name="Google Shape;178;p17"/>
            <p:cNvSpPr/>
            <p:nvPr/>
          </p:nvSpPr>
          <p:spPr>
            <a:xfrm>
              <a:off x="7886401" y="2761299"/>
              <a:ext cx="256500" cy="256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79" name="Google Shape;179;p17"/>
            <p:cNvSpPr/>
            <p:nvPr/>
          </p:nvSpPr>
          <p:spPr>
            <a:xfrm>
              <a:off x="7904067" y="2376550"/>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80" name="Google Shape;180;p17"/>
            <p:cNvSpPr/>
            <p:nvPr/>
          </p:nvSpPr>
          <p:spPr>
            <a:xfrm>
              <a:off x="7944867" y="2030125"/>
              <a:ext cx="152100" cy="152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81" name="Google Shape;181;p17"/>
            <p:cNvSpPr/>
            <p:nvPr/>
          </p:nvSpPr>
          <p:spPr>
            <a:xfrm>
              <a:off x="8330538" y="2030125"/>
              <a:ext cx="164100" cy="164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82" name="Google Shape;182;p17"/>
            <p:cNvSpPr/>
            <p:nvPr/>
          </p:nvSpPr>
          <p:spPr>
            <a:xfrm>
              <a:off x="8717639" y="2025398"/>
              <a:ext cx="174000" cy="174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83" name="Google Shape;183;p17"/>
            <p:cNvSpPr/>
            <p:nvPr/>
          </p:nvSpPr>
          <p:spPr>
            <a:xfrm>
              <a:off x="8298197" y="2383915"/>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84" name="Google Shape;184;p17"/>
            <p:cNvSpPr/>
            <p:nvPr/>
          </p:nvSpPr>
          <p:spPr>
            <a:xfrm>
              <a:off x="8691644" y="2383915"/>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85" name="Google Shape;185;p17"/>
            <p:cNvSpPr/>
            <p:nvPr/>
          </p:nvSpPr>
          <p:spPr>
            <a:xfrm>
              <a:off x="8273879" y="2760682"/>
              <a:ext cx="266100" cy="266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86" name="Google Shape;186;p17"/>
            <p:cNvSpPr/>
            <p:nvPr/>
          </p:nvSpPr>
          <p:spPr>
            <a:xfrm>
              <a:off x="8662489" y="2760682"/>
              <a:ext cx="266100" cy="266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87" name="Google Shape;187;p17"/>
            <p:cNvSpPr/>
            <p:nvPr/>
          </p:nvSpPr>
          <p:spPr>
            <a:xfrm>
              <a:off x="8248467" y="3123325"/>
              <a:ext cx="310500" cy="31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88" name="Google Shape;188;p17"/>
            <p:cNvSpPr/>
            <p:nvPr/>
          </p:nvSpPr>
          <p:spPr>
            <a:xfrm>
              <a:off x="8649389" y="3123325"/>
              <a:ext cx="310500" cy="31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89" name="Google Shape;189;p17"/>
            <p:cNvSpPr/>
            <p:nvPr/>
          </p:nvSpPr>
          <p:spPr>
            <a:xfrm>
              <a:off x="8228667" y="3498675"/>
              <a:ext cx="350100" cy="35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90" name="Google Shape;190;p17"/>
            <p:cNvSpPr/>
            <p:nvPr/>
          </p:nvSpPr>
          <p:spPr>
            <a:xfrm>
              <a:off x="8620488" y="3498675"/>
              <a:ext cx="350100" cy="35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91" name="Google Shape;191;p17"/>
            <p:cNvSpPr/>
            <p:nvPr/>
          </p:nvSpPr>
          <p:spPr>
            <a:xfrm>
              <a:off x="8225203" y="3890650"/>
              <a:ext cx="350100" cy="35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92" name="Google Shape;192;p17"/>
            <p:cNvSpPr/>
            <p:nvPr/>
          </p:nvSpPr>
          <p:spPr>
            <a:xfrm>
              <a:off x="8616393" y="3890650"/>
              <a:ext cx="350100" cy="35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93" name="Google Shape;193;p17"/>
            <p:cNvSpPr/>
            <p:nvPr/>
          </p:nvSpPr>
          <p:spPr>
            <a:xfrm>
              <a:off x="8217728" y="4274243"/>
              <a:ext cx="364500" cy="364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94" name="Google Shape;194;p17"/>
            <p:cNvSpPr/>
            <p:nvPr/>
          </p:nvSpPr>
          <p:spPr>
            <a:xfrm>
              <a:off x="8605974" y="4274243"/>
              <a:ext cx="364500" cy="364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grpSp>
      <p:grpSp>
        <p:nvGrpSpPr>
          <p:cNvPr id="195" name="Google Shape;195;p17"/>
          <p:cNvGrpSpPr/>
          <p:nvPr/>
        </p:nvGrpSpPr>
        <p:grpSpPr>
          <a:xfrm>
            <a:off x="142078" y="79823"/>
            <a:ext cx="2140834" cy="1767927"/>
            <a:chOff x="142083" y="79814"/>
            <a:chExt cx="1831025" cy="1512212"/>
          </a:xfrm>
        </p:grpSpPr>
        <p:sp>
          <p:nvSpPr>
            <p:cNvPr id="196" name="Google Shape;196;p17"/>
            <p:cNvSpPr/>
            <p:nvPr/>
          </p:nvSpPr>
          <p:spPr>
            <a:xfrm>
              <a:off x="142083" y="79814"/>
              <a:ext cx="256500" cy="256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97" name="Google Shape;197;p17"/>
            <p:cNvSpPr/>
            <p:nvPr/>
          </p:nvSpPr>
          <p:spPr>
            <a:xfrm>
              <a:off x="487858" y="87214"/>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98" name="Google Shape;198;p17"/>
            <p:cNvSpPr/>
            <p:nvPr/>
          </p:nvSpPr>
          <p:spPr>
            <a:xfrm>
              <a:off x="839135" y="87214"/>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99" name="Google Shape;199;p17"/>
            <p:cNvSpPr/>
            <p:nvPr/>
          </p:nvSpPr>
          <p:spPr>
            <a:xfrm>
              <a:off x="1191033" y="105414"/>
              <a:ext cx="174000" cy="174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00" name="Google Shape;200;p17"/>
            <p:cNvSpPr/>
            <p:nvPr/>
          </p:nvSpPr>
          <p:spPr>
            <a:xfrm>
              <a:off x="1537808" y="115439"/>
              <a:ext cx="140700" cy="141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01" name="Google Shape;201;p17"/>
            <p:cNvSpPr/>
            <p:nvPr/>
          </p:nvSpPr>
          <p:spPr>
            <a:xfrm>
              <a:off x="1908008" y="148714"/>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02" name="Google Shape;202;p17"/>
            <p:cNvSpPr/>
            <p:nvPr/>
          </p:nvSpPr>
          <p:spPr>
            <a:xfrm>
              <a:off x="164883" y="422639"/>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03" name="Google Shape;203;p17"/>
            <p:cNvSpPr/>
            <p:nvPr/>
          </p:nvSpPr>
          <p:spPr>
            <a:xfrm>
              <a:off x="506960" y="427888"/>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04" name="Google Shape;204;p17"/>
            <p:cNvSpPr/>
            <p:nvPr/>
          </p:nvSpPr>
          <p:spPr>
            <a:xfrm>
              <a:off x="854387" y="436714"/>
              <a:ext cx="179700" cy="179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05" name="Google Shape;205;p17"/>
            <p:cNvSpPr/>
            <p:nvPr/>
          </p:nvSpPr>
          <p:spPr>
            <a:xfrm>
              <a:off x="1202034" y="450389"/>
              <a:ext cx="152100" cy="15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06" name="Google Shape;206;p17"/>
            <p:cNvSpPr/>
            <p:nvPr/>
          </p:nvSpPr>
          <p:spPr>
            <a:xfrm>
              <a:off x="1558407" y="470039"/>
              <a:ext cx="97800" cy="978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07" name="Google Shape;207;p17"/>
            <p:cNvSpPr/>
            <p:nvPr/>
          </p:nvSpPr>
          <p:spPr>
            <a:xfrm>
              <a:off x="1924408" y="499814"/>
              <a:ext cx="32400" cy="3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08" name="Google Shape;208;p17"/>
            <p:cNvSpPr/>
            <p:nvPr/>
          </p:nvSpPr>
          <p:spPr>
            <a:xfrm>
              <a:off x="529964" y="775614"/>
              <a:ext cx="179700" cy="179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09" name="Google Shape;209;p17"/>
            <p:cNvSpPr/>
            <p:nvPr/>
          </p:nvSpPr>
          <p:spPr>
            <a:xfrm>
              <a:off x="185718" y="765448"/>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10" name="Google Shape;210;p17"/>
            <p:cNvSpPr/>
            <p:nvPr/>
          </p:nvSpPr>
          <p:spPr>
            <a:xfrm>
              <a:off x="873448" y="784049"/>
              <a:ext cx="152100" cy="15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11" name="Google Shape;211;p17"/>
            <p:cNvSpPr/>
            <p:nvPr/>
          </p:nvSpPr>
          <p:spPr>
            <a:xfrm>
              <a:off x="1230921" y="804501"/>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12" name="Google Shape;212;p17"/>
            <p:cNvSpPr/>
            <p:nvPr/>
          </p:nvSpPr>
          <p:spPr>
            <a:xfrm>
              <a:off x="1577346" y="824201"/>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13" name="Google Shape;213;p17"/>
            <p:cNvSpPr/>
            <p:nvPr/>
          </p:nvSpPr>
          <p:spPr>
            <a:xfrm>
              <a:off x="551148" y="1122149"/>
              <a:ext cx="152100" cy="15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14" name="Google Shape;214;p17"/>
            <p:cNvSpPr/>
            <p:nvPr/>
          </p:nvSpPr>
          <p:spPr>
            <a:xfrm>
              <a:off x="201014" y="1115389"/>
              <a:ext cx="179700" cy="179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15" name="Google Shape;215;p17"/>
            <p:cNvSpPr/>
            <p:nvPr/>
          </p:nvSpPr>
          <p:spPr>
            <a:xfrm>
              <a:off x="900639" y="1144351"/>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16" name="Google Shape;216;p17"/>
            <p:cNvSpPr/>
            <p:nvPr/>
          </p:nvSpPr>
          <p:spPr>
            <a:xfrm>
              <a:off x="1258496" y="1160976"/>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17" name="Google Shape;217;p17"/>
            <p:cNvSpPr/>
            <p:nvPr/>
          </p:nvSpPr>
          <p:spPr>
            <a:xfrm>
              <a:off x="240458" y="1484026"/>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18" name="Google Shape;218;p17"/>
            <p:cNvSpPr/>
            <p:nvPr/>
          </p:nvSpPr>
          <p:spPr>
            <a:xfrm>
              <a:off x="583108" y="1486121"/>
              <a:ext cx="88200" cy="882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19" name="Google Shape;219;p17"/>
            <p:cNvSpPr/>
            <p:nvPr/>
          </p:nvSpPr>
          <p:spPr>
            <a:xfrm>
              <a:off x="937805" y="1508513"/>
              <a:ext cx="43500" cy="43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grpSp>
      <p:sp>
        <p:nvSpPr>
          <p:cNvPr id="220" name="Google Shape;220;p17"/>
          <p:cNvSpPr txBox="1"/>
          <p:nvPr>
            <p:ph type="title"/>
          </p:nvPr>
        </p:nvSpPr>
        <p:spPr>
          <a:xfrm>
            <a:off x="228600" y="2160392"/>
            <a:ext cx="5760900" cy="587700"/>
          </a:xfrm>
          <a:prstGeom prst="rect">
            <a:avLst/>
          </a:prstGeom>
        </p:spPr>
        <p:txBody>
          <a:bodyPr anchorCtr="0" anchor="b" bIns="0" lIns="0" spcFirstLastPara="1" rIns="91425" wrap="square" tIns="91425">
            <a:noAutofit/>
          </a:bodyPr>
          <a:lstStyle>
            <a:lvl1pPr lvl="0">
              <a:spcBef>
                <a:spcPts val="0"/>
              </a:spcBef>
              <a:spcAft>
                <a:spcPts val="0"/>
              </a:spcAft>
              <a:buNone/>
              <a:defRPr sz="4000"/>
            </a:lvl1pPr>
            <a:lvl2pPr lvl="1">
              <a:lnSpc>
                <a:spcPct val="115000"/>
              </a:lnSpc>
              <a:spcBef>
                <a:spcPts val="0"/>
              </a:spcBef>
              <a:spcAft>
                <a:spcPts val="0"/>
              </a:spcAft>
              <a:buNone/>
              <a:defRPr/>
            </a:lvl2pPr>
            <a:lvl3pPr lvl="2">
              <a:lnSpc>
                <a:spcPct val="115000"/>
              </a:lnSpc>
              <a:spcBef>
                <a:spcPts val="0"/>
              </a:spcBef>
              <a:spcAft>
                <a:spcPts val="0"/>
              </a:spcAft>
              <a:buNone/>
              <a:defRPr/>
            </a:lvl3pPr>
            <a:lvl4pPr lvl="3">
              <a:lnSpc>
                <a:spcPct val="115000"/>
              </a:lnSpc>
              <a:spcBef>
                <a:spcPts val="0"/>
              </a:spcBef>
              <a:spcAft>
                <a:spcPts val="0"/>
              </a:spcAft>
              <a:buNone/>
              <a:defRPr/>
            </a:lvl4pPr>
            <a:lvl5pPr lvl="4">
              <a:lnSpc>
                <a:spcPct val="115000"/>
              </a:lnSpc>
              <a:spcBef>
                <a:spcPts val="0"/>
              </a:spcBef>
              <a:spcAft>
                <a:spcPts val="0"/>
              </a:spcAft>
              <a:buNone/>
              <a:defRPr/>
            </a:lvl5pPr>
            <a:lvl6pPr lvl="5">
              <a:lnSpc>
                <a:spcPct val="115000"/>
              </a:lnSpc>
              <a:spcBef>
                <a:spcPts val="0"/>
              </a:spcBef>
              <a:spcAft>
                <a:spcPts val="0"/>
              </a:spcAft>
              <a:buNone/>
              <a:defRPr/>
            </a:lvl6pPr>
            <a:lvl7pPr lvl="6">
              <a:lnSpc>
                <a:spcPct val="115000"/>
              </a:lnSpc>
              <a:spcBef>
                <a:spcPts val="0"/>
              </a:spcBef>
              <a:spcAft>
                <a:spcPts val="0"/>
              </a:spcAft>
              <a:buNone/>
              <a:defRPr/>
            </a:lvl7pPr>
            <a:lvl8pPr lvl="7">
              <a:lnSpc>
                <a:spcPct val="115000"/>
              </a:lnSpc>
              <a:spcBef>
                <a:spcPts val="0"/>
              </a:spcBef>
              <a:spcAft>
                <a:spcPts val="0"/>
              </a:spcAft>
              <a:buNone/>
              <a:defRPr/>
            </a:lvl8pPr>
            <a:lvl9pPr lvl="8">
              <a:lnSpc>
                <a:spcPct val="115000"/>
              </a:lnSpc>
              <a:spcBef>
                <a:spcPts val="0"/>
              </a:spcBef>
              <a:spcAft>
                <a:spcPts val="0"/>
              </a:spcAft>
              <a:buNone/>
              <a:defRPr/>
            </a:lvl9pPr>
          </a:lstStyle>
          <a:p/>
        </p:txBody>
      </p:sp>
      <p:sp>
        <p:nvSpPr>
          <p:cNvPr id="221" name="Google Shape;221;p17"/>
          <p:cNvSpPr txBox="1"/>
          <p:nvPr>
            <p:ph idx="1" type="subTitle"/>
          </p:nvPr>
        </p:nvSpPr>
        <p:spPr>
          <a:xfrm>
            <a:off x="228600" y="2800192"/>
            <a:ext cx="4916700" cy="506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et the team 1">
  <p:cSld name="CUSTOM">
    <p:spTree>
      <p:nvGrpSpPr>
        <p:cNvPr id="222" name="Shape 222"/>
        <p:cNvGrpSpPr/>
        <p:nvPr/>
      </p:nvGrpSpPr>
      <p:grpSpPr>
        <a:xfrm>
          <a:off x="0" y="0"/>
          <a:ext cx="0" cy="0"/>
          <a:chOff x="0" y="0"/>
          <a:chExt cx="0" cy="0"/>
        </a:xfrm>
      </p:grpSpPr>
      <p:sp>
        <p:nvSpPr>
          <p:cNvPr id="223" name="Google Shape;223;p18"/>
          <p:cNvSpPr txBox="1"/>
          <p:nvPr>
            <p:ph type="title"/>
          </p:nvPr>
        </p:nvSpPr>
        <p:spPr>
          <a:xfrm>
            <a:off x="228600" y="420017"/>
            <a:ext cx="64803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224" name="Google Shape;224;p18"/>
          <p:cNvSpPr/>
          <p:nvPr>
            <p:ph idx="2" type="pic"/>
          </p:nvPr>
        </p:nvSpPr>
        <p:spPr>
          <a:xfrm>
            <a:off x="228425" y="1804150"/>
            <a:ext cx="1444500" cy="1451400"/>
          </a:xfrm>
          <a:prstGeom prst="rect">
            <a:avLst/>
          </a:prstGeom>
          <a:noFill/>
          <a:ln>
            <a:noFill/>
          </a:ln>
        </p:spPr>
      </p:sp>
      <p:sp>
        <p:nvSpPr>
          <p:cNvPr id="225" name="Google Shape;225;p18"/>
          <p:cNvSpPr/>
          <p:nvPr>
            <p:ph idx="3" type="pic"/>
          </p:nvPr>
        </p:nvSpPr>
        <p:spPr>
          <a:xfrm>
            <a:off x="2036775" y="1804150"/>
            <a:ext cx="1444500" cy="1451400"/>
          </a:xfrm>
          <a:prstGeom prst="rect">
            <a:avLst/>
          </a:prstGeom>
          <a:noFill/>
          <a:ln>
            <a:noFill/>
          </a:ln>
        </p:spPr>
      </p:sp>
      <p:sp>
        <p:nvSpPr>
          <p:cNvPr id="226" name="Google Shape;226;p18"/>
          <p:cNvSpPr/>
          <p:nvPr>
            <p:ph idx="4" type="pic"/>
          </p:nvPr>
        </p:nvSpPr>
        <p:spPr>
          <a:xfrm>
            <a:off x="3844088" y="1804150"/>
            <a:ext cx="1444500" cy="1451400"/>
          </a:xfrm>
          <a:prstGeom prst="rect">
            <a:avLst/>
          </a:prstGeom>
          <a:noFill/>
          <a:ln>
            <a:noFill/>
          </a:ln>
        </p:spPr>
      </p:sp>
      <p:sp>
        <p:nvSpPr>
          <p:cNvPr id="227" name="Google Shape;227;p18"/>
          <p:cNvSpPr/>
          <p:nvPr>
            <p:ph idx="5" type="pic"/>
          </p:nvPr>
        </p:nvSpPr>
        <p:spPr>
          <a:xfrm>
            <a:off x="5655513" y="1804150"/>
            <a:ext cx="1444500" cy="1451400"/>
          </a:xfrm>
          <a:prstGeom prst="rect">
            <a:avLst/>
          </a:prstGeom>
          <a:noFill/>
          <a:ln>
            <a:noFill/>
          </a:ln>
        </p:spPr>
      </p:sp>
      <p:sp>
        <p:nvSpPr>
          <p:cNvPr id="228" name="Google Shape;228;p18"/>
          <p:cNvSpPr/>
          <p:nvPr>
            <p:ph idx="6" type="pic"/>
          </p:nvPr>
        </p:nvSpPr>
        <p:spPr>
          <a:xfrm>
            <a:off x="7470863" y="1804150"/>
            <a:ext cx="1444500" cy="1451400"/>
          </a:xfrm>
          <a:prstGeom prst="rect">
            <a:avLst/>
          </a:prstGeom>
          <a:noFill/>
          <a:ln>
            <a:noFill/>
          </a:ln>
        </p:spPr>
      </p:sp>
      <p:sp>
        <p:nvSpPr>
          <p:cNvPr id="229" name="Google Shape;229;p18"/>
          <p:cNvSpPr txBox="1"/>
          <p:nvPr>
            <p:ph idx="1" type="subTitle"/>
          </p:nvPr>
        </p:nvSpPr>
        <p:spPr>
          <a:xfrm>
            <a:off x="326700" y="3482650"/>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Font typeface="Red Hat Display"/>
              <a:buNone/>
              <a:defRPr b="1" sz="1000">
                <a:solidFill>
                  <a:schemeClr val="dk2"/>
                </a:solidFill>
              </a:defRPr>
            </a:lvl1pPr>
            <a:lvl2pPr lvl="1">
              <a:spcBef>
                <a:spcPts val="0"/>
              </a:spcBef>
              <a:spcAft>
                <a:spcPts val="0"/>
              </a:spcAft>
              <a:buClr>
                <a:schemeClr val="dk2"/>
              </a:buClr>
              <a:buSzPts val="1400"/>
              <a:buFont typeface="Red Hat Display"/>
              <a:buNone/>
              <a:defRPr>
                <a:solidFill>
                  <a:schemeClr val="dk2"/>
                </a:solidFill>
              </a:defRPr>
            </a:lvl2pPr>
            <a:lvl3pPr lvl="2">
              <a:spcBef>
                <a:spcPts val="0"/>
              </a:spcBef>
              <a:spcAft>
                <a:spcPts val="0"/>
              </a:spcAft>
              <a:buClr>
                <a:schemeClr val="dk2"/>
              </a:buClr>
              <a:buSzPts val="1400"/>
              <a:buFont typeface="Red Hat Display"/>
              <a:buNone/>
              <a:defRPr>
                <a:solidFill>
                  <a:schemeClr val="dk2"/>
                </a:solidFill>
              </a:defRPr>
            </a:lvl3pPr>
            <a:lvl4pPr lvl="3">
              <a:spcBef>
                <a:spcPts val="0"/>
              </a:spcBef>
              <a:spcAft>
                <a:spcPts val="0"/>
              </a:spcAft>
              <a:buClr>
                <a:schemeClr val="dk2"/>
              </a:buClr>
              <a:buSzPts val="1400"/>
              <a:buFont typeface="Red Hat Display"/>
              <a:buNone/>
              <a:defRPr>
                <a:solidFill>
                  <a:schemeClr val="dk2"/>
                </a:solidFill>
              </a:defRPr>
            </a:lvl4pPr>
            <a:lvl5pPr lvl="4">
              <a:spcBef>
                <a:spcPts val="0"/>
              </a:spcBef>
              <a:spcAft>
                <a:spcPts val="0"/>
              </a:spcAft>
              <a:buClr>
                <a:schemeClr val="dk2"/>
              </a:buClr>
              <a:buSzPts val="1400"/>
              <a:buFont typeface="Red Hat Display"/>
              <a:buNone/>
              <a:defRPr>
                <a:solidFill>
                  <a:schemeClr val="dk2"/>
                </a:solidFill>
              </a:defRPr>
            </a:lvl5pPr>
            <a:lvl6pPr lvl="5">
              <a:spcBef>
                <a:spcPts val="0"/>
              </a:spcBef>
              <a:spcAft>
                <a:spcPts val="0"/>
              </a:spcAft>
              <a:buClr>
                <a:schemeClr val="dk2"/>
              </a:buClr>
              <a:buSzPts val="1400"/>
              <a:buFont typeface="Red Hat Display"/>
              <a:buNone/>
              <a:defRPr>
                <a:solidFill>
                  <a:schemeClr val="dk2"/>
                </a:solidFill>
              </a:defRPr>
            </a:lvl6pPr>
            <a:lvl7pPr lvl="6">
              <a:spcBef>
                <a:spcPts val="0"/>
              </a:spcBef>
              <a:spcAft>
                <a:spcPts val="0"/>
              </a:spcAft>
              <a:buClr>
                <a:schemeClr val="dk2"/>
              </a:buClr>
              <a:buSzPts val="1400"/>
              <a:buFont typeface="Red Hat Display"/>
              <a:buNone/>
              <a:defRPr>
                <a:solidFill>
                  <a:schemeClr val="dk2"/>
                </a:solidFill>
              </a:defRPr>
            </a:lvl7pPr>
            <a:lvl8pPr lvl="7">
              <a:spcBef>
                <a:spcPts val="0"/>
              </a:spcBef>
              <a:spcAft>
                <a:spcPts val="0"/>
              </a:spcAft>
              <a:buClr>
                <a:schemeClr val="dk2"/>
              </a:buClr>
              <a:buSzPts val="1400"/>
              <a:buFont typeface="Red Hat Display"/>
              <a:buNone/>
              <a:defRPr>
                <a:solidFill>
                  <a:schemeClr val="dk2"/>
                </a:solidFill>
              </a:defRPr>
            </a:lvl8pPr>
            <a:lvl9pPr lvl="8">
              <a:spcBef>
                <a:spcPts val="0"/>
              </a:spcBef>
              <a:spcAft>
                <a:spcPts val="0"/>
              </a:spcAft>
              <a:buClr>
                <a:schemeClr val="dk2"/>
              </a:buClr>
              <a:buSzPts val="1400"/>
              <a:buFont typeface="Red Hat Display"/>
              <a:buNone/>
              <a:defRPr>
                <a:solidFill>
                  <a:schemeClr val="dk2"/>
                </a:solidFill>
              </a:defRPr>
            </a:lvl9pPr>
          </a:lstStyle>
          <a:p/>
        </p:txBody>
      </p:sp>
      <p:sp>
        <p:nvSpPr>
          <p:cNvPr id="230" name="Google Shape;230;p18"/>
          <p:cNvSpPr txBox="1"/>
          <p:nvPr>
            <p:ph idx="7" type="subTitle"/>
          </p:nvPr>
        </p:nvSpPr>
        <p:spPr>
          <a:xfrm>
            <a:off x="326700" y="3803650"/>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231" name="Google Shape;231;p18"/>
          <p:cNvSpPr txBox="1"/>
          <p:nvPr>
            <p:ph idx="8" type="subTitle"/>
          </p:nvPr>
        </p:nvSpPr>
        <p:spPr>
          <a:xfrm>
            <a:off x="2131863" y="3482650"/>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None/>
              <a:defRPr b="1" sz="1000">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232" name="Google Shape;232;p18"/>
          <p:cNvSpPr txBox="1"/>
          <p:nvPr>
            <p:ph idx="9" type="subTitle"/>
          </p:nvPr>
        </p:nvSpPr>
        <p:spPr>
          <a:xfrm>
            <a:off x="2131863" y="3803650"/>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233" name="Google Shape;233;p18"/>
          <p:cNvSpPr txBox="1"/>
          <p:nvPr>
            <p:ph idx="13" type="subTitle"/>
          </p:nvPr>
        </p:nvSpPr>
        <p:spPr>
          <a:xfrm>
            <a:off x="3945850" y="3482650"/>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Font typeface="Red Hat Display"/>
              <a:buNone/>
              <a:defRPr b="1" sz="1000">
                <a:solidFill>
                  <a:schemeClr val="dk2"/>
                </a:solidFill>
              </a:defRPr>
            </a:lvl1pPr>
            <a:lvl2pPr lvl="1">
              <a:spcBef>
                <a:spcPts val="0"/>
              </a:spcBef>
              <a:spcAft>
                <a:spcPts val="0"/>
              </a:spcAft>
              <a:buClr>
                <a:schemeClr val="dk2"/>
              </a:buClr>
              <a:buSzPts val="1400"/>
              <a:buFont typeface="Red Hat Display"/>
              <a:buNone/>
              <a:defRPr>
                <a:solidFill>
                  <a:schemeClr val="dk2"/>
                </a:solidFill>
              </a:defRPr>
            </a:lvl2pPr>
            <a:lvl3pPr lvl="2">
              <a:spcBef>
                <a:spcPts val="0"/>
              </a:spcBef>
              <a:spcAft>
                <a:spcPts val="0"/>
              </a:spcAft>
              <a:buClr>
                <a:schemeClr val="dk2"/>
              </a:buClr>
              <a:buSzPts val="1400"/>
              <a:buFont typeface="Red Hat Display"/>
              <a:buNone/>
              <a:defRPr>
                <a:solidFill>
                  <a:schemeClr val="dk2"/>
                </a:solidFill>
              </a:defRPr>
            </a:lvl3pPr>
            <a:lvl4pPr lvl="3">
              <a:spcBef>
                <a:spcPts val="0"/>
              </a:spcBef>
              <a:spcAft>
                <a:spcPts val="0"/>
              </a:spcAft>
              <a:buClr>
                <a:schemeClr val="dk2"/>
              </a:buClr>
              <a:buSzPts val="1400"/>
              <a:buFont typeface="Red Hat Display"/>
              <a:buNone/>
              <a:defRPr>
                <a:solidFill>
                  <a:schemeClr val="dk2"/>
                </a:solidFill>
              </a:defRPr>
            </a:lvl4pPr>
            <a:lvl5pPr lvl="4">
              <a:spcBef>
                <a:spcPts val="0"/>
              </a:spcBef>
              <a:spcAft>
                <a:spcPts val="0"/>
              </a:spcAft>
              <a:buClr>
                <a:schemeClr val="dk2"/>
              </a:buClr>
              <a:buSzPts val="1400"/>
              <a:buFont typeface="Red Hat Display"/>
              <a:buNone/>
              <a:defRPr>
                <a:solidFill>
                  <a:schemeClr val="dk2"/>
                </a:solidFill>
              </a:defRPr>
            </a:lvl5pPr>
            <a:lvl6pPr lvl="5">
              <a:spcBef>
                <a:spcPts val="0"/>
              </a:spcBef>
              <a:spcAft>
                <a:spcPts val="0"/>
              </a:spcAft>
              <a:buClr>
                <a:schemeClr val="dk2"/>
              </a:buClr>
              <a:buSzPts val="1400"/>
              <a:buFont typeface="Red Hat Display"/>
              <a:buNone/>
              <a:defRPr>
                <a:solidFill>
                  <a:schemeClr val="dk2"/>
                </a:solidFill>
              </a:defRPr>
            </a:lvl6pPr>
            <a:lvl7pPr lvl="6">
              <a:spcBef>
                <a:spcPts val="0"/>
              </a:spcBef>
              <a:spcAft>
                <a:spcPts val="0"/>
              </a:spcAft>
              <a:buClr>
                <a:schemeClr val="dk2"/>
              </a:buClr>
              <a:buSzPts val="1400"/>
              <a:buFont typeface="Red Hat Display"/>
              <a:buNone/>
              <a:defRPr>
                <a:solidFill>
                  <a:schemeClr val="dk2"/>
                </a:solidFill>
              </a:defRPr>
            </a:lvl7pPr>
            <a:lvl8pPr lvl="7">
              <a:spcBef>
                <a:spcPts val="0"/>
              </a:spcBef>
              <a:spcAft>
                <a:spcPts val="0"/>
              </a:spcAft>
              <a:buClr>
                <a:schemeClr val="dk2"/>
              </a:buClr>
              <a:buSzPts val="1400"/>
              <a:buFont typeface="Red Hat Display"/>
              <a:buNone/>
              <a:defRPr>
                <a:solidFill>
                  <a:schemeClr val="dk2"/>
                </a:solidFill>
              </a:defRPr>
            </a:lvl8pPr>
            <a:lvl9pPr lvl="8">
              <a:spcBef>
                <a:spcPts val="0"/>
              </a:spcBef>
              <a:spcAft>
                <a:spcPts val="0"/>
              </a:spcAft>
              <a:buClr>
                <a:schemeClr val="dk2"/>
              </a:buClr>
              <a:buSzPts val="1400"/>
              <a:buFont typeface="Red Hat Display"/>
              <a:buNone/>
              <a:defRPr>
                <a:solidFill>
                  <a:schemeClr val="dk2"/>
                </a:solidFill>
              </a:defRPr>
            </a:lvl9pPr>
          </a:lstStyle>
          <a:p/>
        </p:txBody>
      </p:sp>
      <p:sp>
        <p:nvSpPr>
          <p:cNvPr id="234" name="Google Shape;234;p18"/>
          <p:cNvSpPr txBox="1"/>
          <p:nvPr>
            <p:ph idx="14" type="subTitle"/>
          </p:nvPr>
        </p:nvSpPr>
        <p:spPr>
          <a:xfrm>
            <a:off x="3945850" y="3803650"/>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235" name="Google Shape;235;p18"/>
          <p:cNvSpPr txBox="1"/>
          <p:nvPr>
            <p:ph idx="15" type="subTitle"/>
          </p:nvPr>
        </p:nvSpPr>
        <p:spPr>
          <a:xfrm>
            <a:off x="5753462" y="3482650"/>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Font typeface="Red Hat Display"/>
              <a:buNone/>
              <a:defRPr b="1" sz="1000">
                <a:solidFill>
                  <a:schemeClr val="dk2"/>
                </a:solidFill>
              </a:defRPr>
            </a:lvl1pPr>
            <a:lvl2pPr lvl="1">
              <a:spcBef>
                <a:spcPts val="0"/>
              </a:spcBef>
              <a:spcAft>
                <a:spcPts val="0"/>
              </a:spcAft>
              <a:buClr>
                <a:schemeClr val="dk2"/>
              </a:buClr>
              <a:buSzPts val="1400"/>
              <a:buFont typeface="Red Hat Display"/>
              <a:buNone/>
              <a:defRPr>
                <a:solidFill>
                  <a:schemeClr val="dk2"/>
                </a:solidFill>
              </a:defRPr>
            </a:lvl2pPr>
            <a:lvl3pPr lvl="2">
              <a:spcBef>
                <a:spcPts val="0"/>
              </a:spcBef>
              <a:spcAft>
                <a:spcPts val="0"/>
              </a:spcAft>
              <a:buClr>
                <a:schemeClr val="dk2"/>
              </a:buClr>
              <a:buSzPts val="1400"/>
              <a:buFont typeface="Red Hat Display"/>
              <a:buNone/>
              <a:defRPr>
                <a:solidFill>
                  <a:schemeClr val="dk2"/>
                </a:solidFill>
              </a:defRPr>
            </a:lvl3pPr>
            <a:lvl4pPr lvl="3">
              <a:spcBef>
                <a:spcPts val="0"/>
              </a:spcBef>
              <a:spcAft>
                <a:spcPts val="0"/>
              </a:spcAft>
              <a:buClr>
                <a:schemeClr val="dk2"/>
              </a:buClr>
              <a:buSzPts val="1400"/>
              <a:buFont typeface="Red Hat Display"/>
              <a:buNone/>
              <a:defRPr>
                <a:solidFill>
                  <a:schemeClr val="dk2"/>
                </a:solidFill>
              </a:defRPr>
            </a:lvl4pPr>
            <a:lvl5pPr lvl="4">
              <a:spcBef>
                <a:spcPts val="0"/>
              </a:spcBef>
              <a:spcAft>
                <a:spcPts val="0"/>
              </a:spcAft>
              <a:buClr>
                <a:schemeClr val="dk2"/>
              </a:buClr>
              <a:buSzPts val="1400"/>
              <a:buFont typeface="Red Hat Display"/>
              <a:buNone/>
              <a:defRPr>
                <a:solidFill>
                  <a:schemeClr val="dk2"/>
                </a:solidFill>
              </a:defRPr>
            </a:lvl5pPr>
            <a:lvl6pPr lvl="5">
              <a:spcBef>
                <a:spcPts val="0"/>
              </a:spcBef>
              <a:spcAft>
                <a:spcPts val="0"/>
              </a:spcAft>
              <a:buClr>
                <a:schemeClr val="dk2"/>
              </a:buClr>
              <a:buSzPts val="1400"/>
              <a:buFont typeface="Red Hat Display"/>
              <a:buNone/>
              <a:defRPr>
                <a:solidFill>
                  <a:schemeClr val="dk2"/>
                </a:solidFill>
              </a:defRPr>
            </a:lvl6pPr>
            <a:lvl7pPr lvl="6">
              <a:spcBef>
                <a:spcPts val="0"/>
              </a:spcBef>
              <a:spcAft>
                <a:spcPts val="0"/>
              </a:spcAft>
              <a:buClr>
                <a:schemeClr val="dk2"/>
              </a:buClr>
              <a:buSzPts val="1400"/>
              <a:buFont typeface="Red Hat Display"/>
              <a:buNone/>
              <a:defRPr>
                <a:solidFill>
                  <a:schemeClr val="dk2"/>
                </a:solidFill>
              </a:defRPr>
            </a:lvl7pPr>
            <a:lvl8pPr lvl="7">
              <a:spcBef>
                <a:spcPts val="0"/>
              </a:spcBef>
              <a:spcAft>
                <a:spcPts val="0"/>
              </a:spcAft>
              <a:buClr>
                <a:schemeClr val="dk2"/>
              </a:buClr>
              <a:buSzPts val="1400"/>
              <a:buFont typeface="Red Hat Display"/>
              <a:buNone/>
              <a:defRPr>
                <a:solidFill>
                  <a:schemeClr val="dk2"/>
                </a:solidFill>
              </a:defRPr>
            </a:lvl8pPr>
            <a:lvl9pPr lvl="8">
              <a:spcBef>
                <a:spcPts val="0"/>
              </a:spcBef>
              <a:spcAft>
                <a:spcPts val="0"/>
              </a:spcAft>
              <a:buClr>
                <a:schemeClr val="dk2"/>
              </a:buClr>
              <a:buSzPts val="1400"/>
              <a:buFont typeface="Red Hat Display"/>
              <a:buNone/>
              <a:defRPr>
                <a:solidFill>
                  <a:schemeClr val="dk2"/>
                </a:solidFill>
              </a:defRPr>
            </a:lvl9pPr>
          </a:lstStyle>
          <a:p/>
        </p:txBody>
      </p:sp>
      <p:sp>
        <p:nvSpPr>
          <p:cNvPr id="236" name="Google Shape;236;p18"/>
          <p:cNvSpPr txBox="1"/>
          <p:nvPr>
            <p:ph idx="16" type="subTitle"/>
          </p:nvPr>
        </p:nvSpPr>
        <p:spPr>
          <a:xfrm>
            <a:off x="5753462" y="3803650"/>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237" name="Google Shape;237;p18"/>
          <p:cNvSpPr txBox="1"/>
          <p:nvPr>
            <p:ph idx="17" type="subTitle"/>
          </p:nvPr>
        </p:nvSpPr>
        <p:spPr>
          <a:xfrm>
            <a:off x="7569712" y="3482650"/>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Font typeface="Red Hat Display"/>
              <a:buNone/>
              <a:defRPr b="1" sz="1000">
                <a:solidFill>
                  <a:schemeClr val="dk2"/>
                </a:solidFill>
              </a:defRPr>
            </a:lvl1pPr>
            <a:lvl2pPr lvl="1">
              <a:spcBef>
                <a:spcPts val="0"/>
              </a:spcBef>
              <a:spcAft>
                <a:spcPts val="0"/>
              </a:spcAft>
              <a:buClr>
                <a:schemeClr val="dk2"/>
              </a:buClr>
              <a:buSzPts val="1400"/>
              <a:buFont typeface="Red Hat Display"/>
              <a:buNone/>
              <a:defRPr>
                <a:solidFill>
                  <a:schemeClr val="dk2"/>
                </a:solidFill>
              </a:defRPr>
            </a:lvl2pPr>
            <a:lvl3pPr lvl="2">
              <a:spcBef>
                <a:spcPts val="0"/>
              </a:spcBef>
              <a:spcAft>
                <a:spcPts val="0"/>
              </a:spcAft>
              <a:buClr>
                <a:schemeClr val="dk2"/>
              </a:buClr>
              <a:buSzPts val="1400"/>
              <a:buFont typeface="Red Hat Display"/>
              <a:buNone/>
              <a:defRPr>
                <a:solidFill>
                  <a:schemeClr val="dk2"/>
                </a:solidFill>
              </a:defRPr>
            </a:lvl3pPr>
            <a:lvl4pPr lvl="3">
              <a:spcBef>
                <a:spcPts val="0"/>
              </a:spcBef>
              <a:spcAft>
                <a:spcPts val="0"/>
              </a:spcAft>
              <a:buClr>
                <a:schemeClr val="dk2"/>
              </a:buClr>
              <a:buSzPts val="1400"/>
              <a:buFont typeface="Red Hat Display"/>
              <a:buNone/>
              <a:defRPr>
                <a:solidFill>
                  <a:schemeClr val="dk2"/>
                </a:solidFill>
              </a:defRPr>
            </a:lvl4pPr>
            <a:lvl5pPr lvl="4">
              <a:spcBef>
                <a:spcPts val="0"/>
              </a:spcBef>
              <a:spcAft>
                <a:spcPts val="0"/>
              </a:spcAft>
              <a:buClr>
                <a:schemeClr val="dk2"/>
              </a:buClr>
              <a:buSzPts val="1400"/>
              <a:buFont typeface="Red Hat Display"/>
              <a:buNone/>
              <a:defRPr>
                <a:solidFill>
                  <a:schemeClr val="dk2"/>
                </a:solidFill>
              </a:defRPr>
            </a:lvl5pPr>
            <a:lvl6pPr lvl="5">
              <a:spcBef>
                <a:spcPts val="0"/>
              </a:spcBef>
              <a:spcAft>
                <a:spcPts val="0"/>
              </a:spcAft>
              <a:buClr>
                <a:schemeClr val="dk2"/>
              </a:buClr>
              <a:buSzPts val="1400"/>
              <a:buFont typeface="Red Hat Display"/>
              <a:buNone/>
              <a:defRPr>
                <a:solidFill>
                  <a:schemeClr val="dk2"/>
                </a:solidFill>
              </a:defRPr>
            </a:lvl6pPr>
            <a:lvl7pPr lvl="6">
              <a:spcBef>
                <a:spcPts val="0"/>
              </a:spcBef>
              <a:spcAft>
                <a:spcPts val="0"/>
              </a:spcAft>
              <a:buClr>
                <a:schemeClr val="dk2"/>
              </a:buClr>
              <a:buSzPts val="1400"/>
              <a:buFont typeface="Red Hat Display"/>
              <a:buNone/>
              <a:defRPr>
                <a:solidFill>
                  <a:schemeClr val="dk2"/>
                </a:solidFill>
              </a:defRPr>
            </a:lvl7pPr>
            <a:lvl8pPr lvl="7">
              <a:spcBef>
                <a:spcPts val="0"/>
              </a:spcBef>
              <a:spcAft>
                <a:spcPts val="0"/>
              </a:spcAft>
              <a:buClr>
                <a:schemeClr val="dk2"/>
              </a:buClr>
              <a:buSzPts val="1400"/>
              <a:buFont typeface="Red Hat Display"/>
              <a:buNone/>
              <a:defRPr>
                <a:solidFill>
                  <a:schemeClr val="dk2"/>
                </a:solidFill>
              </a:defRPr>
            </a:lvl8pPr>
            <a:lvl9pPr lvl="8">
              <a:spcBef>
                <a:spcPts val="0"/>
              </a:spcBef>
              <a:spcAft>
                <a:spcPts val="0"/>
              </a:spcAft>
              <a:buClr>
                <a:schemeClr val="dk2"/>
              </a:buClr>
              <a:buSzPts val="1400"/>
              <a:buFont typeface="Red Hat Display"/>
              <a:buNone/>
              <a:defRPr>
                <a:solidFill>
                  <a:schemeClr val="dk2"/>
                </a:solidFill>
              </a:defRPr>
            </a:lvl9pPr>
          </a:lstStyle>
          <a:p/>
        </p:txBody>
      </p:sp>
      <p:sp>
        <p:nvSpPr>
          <p:cNvPr id="238" name="Google Shape;238;p18"/>
          <p:cNvSpPr txBox="1"/>
          <p:nvPr>
            <p:ph idx="18" type="subTitle"/>
          </p:nvPr>
        </p:nvSpPr>
        <p:spPr>
          <a:xfrm>
            <a:off x="7569712" y="3803650"/>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et the team 2">
  <p:cSld name="CUSTOM_1">
    <p:spTree>
      <p:nvGrpSpPr>
        <p:cNvPr id="239" name="Shape 239"/>
        <p:cNvGrpSpPr/>
        <p:nvPr/>
      </p:nvGrpSpPr>
      <p:grpSpPr>
        <a:xfrm>
          <a:off x="0" y="0"/>
          <a:ext cx="0" cy="0"/>
          <a:chOff x="0" y="0"/>
          <a:chExt cx="0" cy="0"/>
        </a:xfrm>
      </p:grpSpPr>
      <p:sp>
        <p:nvSpPr>
          <p:cNvPr id="240" name="Google Shape;240;p19"/>
          <p:cNvSpPr txBox="1"/>
          <p:nvPr>
            <p:ph type="title"/>
          </p:nvPr>
        </p:nvSpPr>
        <p:spPr>
          <a:xfrm>
            <a:off x="228600" y="420017"/>
            <a:ext cx="64803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241" name="Google Shape;241;p19"/>
          <p:cNvSpPr/>
          <p:nvPr/>
        </p:nvSpPr>
        <p:spPr>
          <a:xfrm>
            <a:off x="4898537" y="6100"/>
            <a:ext cx="1059000" cy="9507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42" name="Google Shape;242;p19"/>
          <p:cNvSpPr/>
          <p:nvPr/>
        </p:nvSpPr>
        <p:spPr>
          <a:xfrm>
            <a:off x="5962868" y="6100"/>
            <a:ext cx="2115000" cy="9507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43" name="Google Shape;243;p19"/>
          <p:cNvSpPr/>
          <p:nvPr/>
        </p:nvSpPr>
        <p:spPr>
          <a:xfrm>
            <a:off x="8077928" y="6100"/>
            <a:ext cx="1059000" cy="9507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44" name="Google Shape;244;p19"/>
          <p:cNvSpPr/>
          <p:nvPr/>
        </p:nvSpPr>
        <p:spPr>
          <a:xfrm>
            <a:off x="3063300" y="6100"/>
            <a:ext cx="1835400" cy="9507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45" name="Google Shape;245;p19"/>
          <p:cNvSpPr/>
          <p:nvPr>
            <p:ph idx="2" type="pic"/>
          </p:nvPr>
        </p:nvSpPr>
        <p:spPr>
          <a:xfrm>
            <a:off x="228425" y="1992125"/>
            <a:ext cx="1444500" cy="1451400"/>
          </a:xfrm>
          <a:prstGeom prst="rect">
            <a:avLst/>
          </a:prstGeom>
          <a:noFill/>
          <a:ln>
            <a:noFill/>
          </a:ln>
        </p:spPr>
      </p:sp>
      <p:sp>
        <p:nvSpPr>
          <p:cNvPr id="246" name="Google Shape;246;p19"/>
          <p:cNvSpPr/>
          <p:nvPr>
            <p:ph idx="3" type="pic"/>
          </p:nvPr>
        </p:nvSpPr>
        <p:spPr>
          <a:xfrm>
            <a:off x="2039088" y="1992125"/>
            <a:ext cx="1444500" cy="1451400"/>
          </a:xfrm>
          <a:prstGeom prst="rect">
            <a:avLst/>
          </a:prstGeom>
          <a:noFill/>
          <a:ln>
            <a:noFill/>
          </a:ln>
        </p:spPr>
      </p:sp>
      <p:sp>
        <p:nvSpPr>
          <p:cNvPr id="247" name="Google Shape;247;p19"/>
          <p:cNvSpPr/>
          <p:nvPr>
            <p:ph idx="4" type="pic"/>
          </p:nvPr>
        </p:nvSpPr>
        <p:spPr>
          <a:xfrm>
            <a:off x="3849663" y="1992125"/>
            <a:ext cx="1444500" cy="1451400"/>
          </a:xfrm>
          <a:prstGeom prst="rect">
            <a:avLst/>
          </a:prstGeom>
          <a:noFill/>
          <a:ln>
            <a:noFill/>
          </a:ln>
        </p:spPr>
      </p:sp>
      <p:sp>
        <p:nvSpPr>
          <p:cNvPr id="248" name="Google Shape;248;p19"/>
          <p:cNvSpPr/>
          <p:nvPr>
            <p:ph idx="5" type="pic"/>
          </p:nvPr>
        </p:nvSpPr>
        <p:spPr>
          <a:xfrm>
            <a:off x="5660238" y="1992125"/>
            <a:ext cx="1444500" cy="1451400"/>
          </a:xfrm>
          <a:prstGeom prst="rect">
            <a:avLst/>
          </a:prstGeom>
          <a:noFill/>
          <a:ln>
            <a:noFill/>
          </a:ln>
        </p:spPr>
      </p:sp>
      <p:sp>
        <p:nvSpPr>
          <p:cNvPr id="249" name="Google Shape;249;p19"/>
          <p:cNvSpPr/>
          <p:nvPr>
            <p:ph idx="6" type="pic"/>
          </p:nvPr>
        </p:nvSpPr>
        <p:spPr>
          <a:xfrm>
            <a:off x="7470738" y="1992125"/>
            <a:ext cx="1444500" cy="1451400"/>
          </a:xfrm>
          <a:prstGeom prst="rect">
            <a:avLst/>
          </a:prstGeom>
          <a:noFill/>
          <a:ln>
            <a:noFill/>
          </a:ln>
        </p:spPr>
      </p:sp>
      <p:sp>
        <p:nvSpPr>
          <p:cNvPr id="250" name="Google Shape;250;p19"/>
          <p:cNvSpPr txBox="1"/>
          <p:nvPr>
            <p:ph idx="1" type="subTitle"/>
          </p:nvPr>
        </p:nvSpPr>
        <p:spPr>
          <a:xfrm>
            <a:off x="326700" y="1279442"/>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Font typeface="Red Hat Display"/>
              <a:buNone/>
              <a:defRPr b="1" sz="1000">
                <a:solidFill>
                  <a:schemeClr val="dk2"/>
                </a:solidFill>
              </a:defRPr>
            </a:lvl1pPr>
            <a:lvl2pPr lvl="1">
              <a:spcBef>
                <a:spcPts val="0"/>
              </a:spcBef>
              <a:spcAft>
                <a:spcPts val="0"/>
              </a:spcAft>
              <a:buClr>
                <a:schemeClr val="dk2"/>
              </a:buClr>
              <a:buSzPts val="1400"/>
              <a:buFont typeface="Red Hat Display"/>
              <a:buNone/>
              <a:defRPr>
                <a:solidFill>
                  <a:schemeClr val="dk2"/>
                </a:solidFill>
              </a:defRPr>
            </a:lvl2pPr>
            <a:lvl3pPr lvl="2">
              <a:spcBef>
                <a:spcPts val="0"/>
              </a:spcBef>
              <a:spcAft>
                <a:spcPts val="0"/>
              </a:spcAft>
              <a:buClr>
                <a:schemeClr val="dk2"/>
              </a:buClr>
              <a:buSzPts val="1400"/>
              <a:buFont typeface="Red Hat Display"/>
              <a:buNone/>
              <a:defRPr>
                <a:solidFill>
                  <a:schemeClr val="dk2"/>
                </a:solidFill>
              </a:defRPr>
            </a:lvl3pPr>
            <a:lvl4pPr lvl="3">
              <a:spcBef>
                <a:spcPts val="0"/>
              </a:spcBef>
              <a:spcAft>
                <a:spcPts val="0"/>
              </a:spcAft>
              <a:buClr>
                <a:schemeClr val="dk2"/>
              </a:buClr>
              <a:buSzPts val="1400"/>
              <a:buFont typeface="Red Hat Display"/>
              <a:buNone/>
              <a:defRPr>
                <a:solidFill>
                  <a:schemeClr val="dk2"/>
                </a:solidFill>
              </a:defRPr>
            </a:lvl4pPr>
            <a:lvl5pPr lvl="4">
              <a:spcBef>
                <a:spcPts val="0"/>
              </a:spcBef>
              <a:spcAft>
                <a:spcPts val="0"/>
              </a:spcAft>
              <a:buClr>
                <a:schemeClr val="dk2"/>
              </a:buClr>
              <a:buSzPts val="1400"/>
              <a:buFont typeface="Red Hat Display"/>
              <a:buNone/>
              <a:defRPr>
                <a:solidFill>
                  <a:schemeClr val="dk2"/>
                </a:solidFill>
              </a:defRPr>
            </a:lvl5pPr>
            <a:lvl6pPr lvl="5">
              <a:spcBef>
                <a:spcPts val="0"/>
              </a:spcBef>
              <a:spcAft>
                <a:spcPts val="0"/>
              </a:spcAft>
              <a:buClr>
                <a:schemeClr val="dk2"/>
              </a:buClr>
              <a:buSzPts val="1400"/>
              <a:buFont typeface="Red Hat Display"/>
              <a:buNone/>
              <a:defRPr>
                <a:solidFill>
                  <a:schemeClr val="dk2"/>
                </a:solidFill>
              </a:defRPr>
            </a:lvl6pPr>
            <a:lvl7pPr lvl="6">
              <a:spcBef>
                <a:spcPts val="0"/>
              </a:spcBef>
              <a:spcAft>
                <a:spcPts val="0"/>
              </a:spcAft>
              <a:buClr>
                <a:schemeClr val="dk2"/>
              </a:buClr>
              <a:buSzPts val="1400"/>
              <a:buFont typeface="Red Hat Display"/>
              <a:buNone/>
              <a:defRPr>
                <a:solidFill>
                  <a:schemeClr val="dk2"/>
                </a:solidFill>
              </a:defRPr>
            </a:lvl7pPr>
            <a:lvl8pPr lvl="7">
              <a:spcBef>
                <a:spcPts val="0"/>
              </a:spcBef>
              <a:spcAft>
                <a:spcPts val="0"/>
              </a:spcAft>
              <a:buClr>
                <a:schemeClr val="dk2"/>
              </a:buClr>
              <a:buSzPts val="1400"/>
              <a:buFont typeface="Red Hat Display"/>
              <a:buNone/>
              <a:defRPr>
                <a:solidFill>
                  <a:schemeClr val="dk2"/>
                </a:solidFill>
              </a:defRPr>
            </a:lvl8pPr>
            <a:lvl9pPr lvl="8">
              <a:spcBef>
                <a:spcPts val="0"/>
              </a:spcBef>
              <a:spcAft>
                <a:spcPts val="0"/>
              </a:spcAft>
              <a:buClr>
                <a:schemeClr val="dk2"/>
              </a:buClr>
              <a:buSzPts val="1400"/>
              <a:buFont typeface="Red Hat Display"/>
              <a:buNone/>
              <a:defRPr>
                <a:solidFill>
                  <a:schemeClr val="dk2"/>
                </a:solidFill>
              </a:defRPr>
            </a:lvl9pPr>
          </a:lstStyle>
          <a:p/>
        </p:txBody>
      </p:sp>
      <p:sp>
        <p:nvSpPr>
          <p:cNvPr id="251" name="Google Shape;251;p19"/>
          <p:cNvSpPr txBox="1"/>
          <p:nvPr>
            <p:ph idx="7" type="subTitle"/>
          </p:nvPr>
        </p:nvSpPr>
        <p:spPr>
          <a:xfrm>
            <a:off x="326700" y="1600442"/>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252" name="Google Shape;252;p19"/>
          <p:cNvSpPr txBox="1"/>
          <p:nvPr>
            <p:ph idx="8" type="subTitle"/>
          </p:nvPr>
        </p:nvSpPr>
        <p:spPr>
          <a:xfrm>
            <a:off x="2125163" y="1279442"/>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None/>
              <a:defRPr b="1" sz="1000">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253" name="Google Shape;253;p19"/>
          <p:cNvSpPr txBox="1"/>
          <p:nvPr>
            <p:ph idx="9" type="subTitle"/>
          </p:nvPr>
        </p:nvSpPr>
        <p:spPr>
          <a:xfrm>
            <a:off x="2125163" y="1600442"/>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254" name="Google Shape;254;p19"/>
          <p:cNvSpPr txBox="1"/>
          <p:nvPr>
            <p:ph idx="13" type="subTitle"/>
          </p:nvPr>
        </p:nvSpPr>
        <p:spPr>
          <a:xfrm>
            <a:off x="3935663" y="1279442"/>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Font typeface="Red Hat Display"/>
              <a:buNone/>
              <a:defRPr b="1" sz="1000">
                <a:solidFill>
                  <a:schemeClr val="dk2"/>
                </a:solidFill>
              </a:defRPr>
            </a:lvl1pPr>
            <a:lvl2pPr lvl="1">
              <a:spcBef>
                <a:spcPts val="0"/>
              </a:spcBef>
              <a:spcAft>
                <a:spcPts val="0"/>
              </a:spcAft>
              <a:buClr>
                <a:schemeClr val="dk2"/>
              </a:buClr>
              <a:buSzPts val="1400"/>
              <a:buFont typeface="Red Hat Display"/>
              <a:buNone/>
              <a:defRPr>
                <a:solidFill>
                  <a:schemeClr val="dk2"/>
                </a:solidFill>
              </a:defRPr>
            </a:lvl2pPr>
            <a:lvl3pPr lvl="2">
              <a:spcBef>
                <a:spcPts val="0"/>
              </a:spcBef>
              <a:spcAft>
                <a:spcPts val="0"/>
              </a:spcAft>
              <a:buClr>
                <a:schemeClr val="dk2"/>
              </a:buClr>
              <a:buSzPts val="1400"/>
              <a:buFont typeface="Red Hat Display"/>
              <a:buNone/>
              <a:defRPr>
                <a:solidFill>
                  <a:schemeClr val="dk2"/>
                </a:solidFill>
              </a:defRPr>
            </a:lvl3pPr>
            <a:lvl4pPr lvl="3">
              <a:spcBef>
                <a:spcPts val="0"/>
              </a:spcBef>
              <a:spcAft>
                <a:spcPts val="0"/>
              </a:spcAft>
              <a:buClr>
                <a:schemeClr val="dk2"/>
              </a:buClr>
              <a:buSzPts val="1400"/>
              <a:buFont typeface="Red Hat Display"/>
              <a:buNone/>
              <a:defRPr>
                <a:solidFill>
                  <a:schemeClr val="dk2"/>
                </a:solidFill>
              </a:defRPr>
            </a:lvl4pPr>
            <a:lvl5pPr lvl="4">
              <a:spcBef>
                <a:spcPts val="0"/>
              </a:spcBef>
              <a:spcAft>
                <a:spcPts val="0"/>
              </a:spcAft>
              <a:buClr>
                <a:schemeClr val="dk2"/>
              </a:buClr>
              <a:buSzPts val="1400"/>
              <a:buFont typeface="Red Hat Display"/>
              <a:buNone/>
              <a:defRPr>
                <a:solidFill>
                  <a:schemeClr val="dk2"/>
                </a:solidFill>
              </a:defRPr>
            </a:lvl5pPr>
            <a:lvl6pPr lvl="5">
              <a:spcBef>
                <a:spcPts val="0"/>
              </a:spcBef>
              <a:spcAft>
                <a:spcPts val="0"/>
              </a:spcAft>
              <a:buClr>
                <a:schemeClr val="dk2"/>
              </a:buClr>
              <a:buSzPts val="1400"/>
              <a:buFont typeface="Red Hat Display"/>
              <a:buNone/>
              <a:defRPr>
                <a:solidFill>
                  <a:schemeClr val="dk2"/>
                </a:solidFill>
              </a:defRPr>
            </a:lvl6pPr>
            <a:lvl7pPr lvl="6">
              <a:spcBef>
                <a:spcPts val="0"/>
              </a:spcBef>
              <a:spcAft>
                <a:spcPts val="0"/>
              </a:spcAft>
              <a:buClr>
                <a:schemeClr val="dk2"/>
              </a:buClr>
              <a:buSzPts val="1400"/>
              <a:buFont typeface="Red Hat Display"/>
              <a:buNone/>
              <a:defRPr>
                <a:solidFill>
                  <a:schemeClr val="dk2"/>
                </a:solidFill>
              </a:defRPr>
            </a:lvl7pPr>
            <a:lvl8pPr lvl="7">
              <a:spcBef>
                <a:spcPts val="0"/>
              </a:spcBef>
              <a:spcAft>
                <a:spcPts val="0"/>
              </a:spcAft>
              <a:buClr>
                <a:schemeClr val="dk2"/>
              </a:buClr>
              <a:buSzPts val="1400"/>
              <a:buFont typeface="Red Hat Display"/>
              <a:buNone/>
              <a:defRPr>
                <a:solidFill>
                  <a:schemeClr val="dk2"/>
                </a:solidFill>
              </a:defRPr>
            </a:lvl8pPr>
            <a:lvl9pPr lvl="8">
              <a:spcBef>
                <a:spcPts val="0"/>
              </a:spcBef>
              <a:spcAft>
                <a:spcPts val="0"/>
              </a:spcAft>
              <a:buClr>
                <a:schemeClr val="dk2"/>
              </a:buClr>
              <a:buSzPts val="1400"/>
              <a:buFont typeface="Red Hat Display"/>
              <a:buNone/>
              <a:defRPr>
                <a:solidFill>
                  <a:schemeClr val="dk2"/>
                </a:solidFill>
              </a:defRPr>
            </a:lvl9pPr>
          </a:lstStyle>
          <a:p/>
        </p:txBody>
      </p:sp>
      <p:sp>
        <p:nvSpPr>
          <p:cNvPr id="255" name="Google Shape;255;p19"/>
          <p:cNvSpPr txBox="1"/>
          <p:nvPr>
            <p:ph idx="14" type="subTitle"/>
          </p:nvPr>
        </p:nvSpPr>
        <p:spPr>
          <a:xfrm>
            <a:off x="3935663" y="1600442"/>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256" name="Google Shape;256;p19"/>
          <p:cNvSpPr txBox="1"/>
          <p:nvPr>
            <p:ph idx="15" type="subTitle"/>
          </p:nvPr>
        </p:nvSpPr>
        <p:spPr>
          <a:xfrm>
            <a:off x="5746188" y="1279442"/>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Font typeface="Red Hat Display"/>
              <a:buNone/>
              <a:defRPr b="1" sz="1000">
                <a:solidFill>
                  <a:schemeClr val="dk2"/>
                </a:solidFill>
              </a:defRPr>
            </a:lvl1pPr>
            <a:lvl2pPr lvl="1">
              <a:spcBef>
                <a:spcPts val="0"/>
              </a:spcBef>
              <a:spcAft>
                <a:spcPts val="0"/>
              </a:spcAft>
              <a:buClr>
                <a:schemeClr val="dk2"/>
              </a:buClr>
              <a:buSzPts val="1400"/>
              <a:buFont typeface="Red Hat Display"/>
              <a:buNone/>
              <a:defRPr>
                <a:solidFill>
                  <a:schemeClr val="dk2"/>
                </a:solidFill>
              </a:defRPr>
            </a:lvl2pPr>
            <a:lvl3pPr lvl="2">
              <a:spcBef>
                <a:spcPts val="0"/>
              </a:spcBef>
              <a:spcAft>
                <a:spcPts val="0"/>
              </a:spcAft>
              <a:buClr>
                <a:schemeClr val="dk2"/>
              </a:buClr>
              <a:buSzPts val="1400"/>
              <a:buFont typeface="Red Hat Display"/>
              <a:buNone/>
              <a:defRPr>
                <a:solidFill>
                  <a:schemeClr val="dk2"/>
                </a:solidFill>
              </a:defRPr>
            </a:lvl3pPr>
            <a:lvl4pPr lvl="3">
              <a:spcBef>
                <a:spcPts val="0"/>
              </a:spcBef>
              <a:spcAft>
                <a:spcPts val="0"/>
              </a:spcAft>
              <a:buClr>
                <a:schemeClr val="dk2"/>
              </a:buClr>
              <a:buSzPts val="1400"/>
              <a:buFont typeface="Red Hat Display"/>
              <a:buNone/>
              <a:defRPr>
                <a:solidFill>
                  <a:schemeClr val="dk2"/>
                </a:solidFill>
              </a:defRPr>
            </a:lvl4pPr>
            <a:lvl5pPr lvl="4">
              <a:spcBef>
                <a:spcPts val="0"/>
              </a:spcBef>
              <a:spcAft>
                <a:spcPts val="0"/>
              </a:spcAft>
              <a:buClr>
                <a:schemeClr val="dk2"/>
              </a:buClr>
              <a:buSzPts val="1400"/>
              <a:buFont typeface="Red Hat Display"/>
              <a:buNone/>
              <a:defRPr>
                <a:solidFill>
                  <a:schemeClr val="dk2"/>
                </a:solidFill>
              </a:defRPr>
            </a:lvl5pPr>
            <a:lvl6pPr lvl="5">
              <a:spcBef>
                <a:spcPts val="0"/>
              </a:spcBef>
              <a:spcAft>
                <a:spcPts val="0"/>
              </a:spcAft>
              <a:buClr>
                <a:schemeClr val="dk2"/>
              </a:buClr>
              <a:buSzPts val="1400"/>
              <a:buFont typeface="Red Hat Display"/>
              <a:buNone/>
              <a:defRPr>
                <a:solidFill>
                  <a:schemeClr val="dk2"/>
                </a:solidFill>
              </a:defRPr>
            </a:lvl6pPr>
            <a:lvl7pPr lvl="6">
              <a:spcBef>
                <a:spcPts val="0"/>
              </a:spcBef>
              <a:spcAft>
                <a:spcPts val="0"/>
              </a:spcAft>
              <a:buClr>
                <a:schemeClr val="dk2"/>
              </a:buClr>
              <a:buSzPts val="1400"/>
              <a:buFont typeface="Red Hat Display"/>
              <a:buNone/>
              <a:defRPr>
                <a:solidFill>
                  <a:schemeClr val="dk2"/>
                </a:solidFill>
              </a:defRPr>
            </a:lvl7pPr>
            <a:lvl8pPr lvl="7">
              <a:spcBef>
                <a:spcPts val="0"/>
              </a:spcBef>
              <a:spcAft>
                <a:spcPts val="0"/>
              </a:spcAft>
              <a:buClr>
                <a:schemeClr val="dk2"/>
              </a:buClr>
              <a:buSzPts val="1400"/>
              <a:buFont typeface="Red Hat Display"/>
              <a:buNone/>
              <a:defRPr>
                <a:solidFill>
                  <a:schemeClr val="dk2"/>
                </a:solidFill>
              </a:defRPr>
            </a:lvl8pPr>
            <a:lvl9pPr lvl="8">
              <a:spcBef>
                <a:spcPts val="0"/>
              </a:spcBef>
              <a:spcAft>
                <a:spcPts val="0"/>
              </a:spcAft>
              <a:buClr>
                <a:schemeClr val="dk2"/>
              </a:buClr>
              <a:buSzPts val="1400"/>
              <a:buFont typeface="Red Hat Display"/>
              <a:buNone/>
              <a:defRPr>
                <a:solidFill>
                  <a:schemeClr val="dk2"/>
                </a:solidFill>
              </a:defRPr>
            </a:lvl9pPr>
          </a:lstStyle>
          <a:p/>
        </p:txBody>
      </p:sp>
      <p:sp>
        <p:nvSpPr>
          <p:cNvPr id="257" name="Google Shape;257;p19"/>
          <p:cNvSpPr txBox="1"/>
          <p:nvPr>
            <p:ph idx="16" type="subTitle"/>
          </p:nvPr>
        </p:nvSpPr>
        <p:spPr>
          <a:xfrm>
            <a:off x="5746188" y="1600442"/>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258" name="Google Shape;258;p19"/>
          <p:cNvSpPr txBox="1"/>
          <p:nvPr>
            <p:ph idx="17" type="subTitle"/>
          </p:nvPr>
        </p:nvSpPr>
        <p:spPr>
          <a:xfrm>
            <a:off x="7556713" y="1279442"/>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Font typeface="Red Hat Display"/>
              <a:buNone/>
              <a:defRPr b="1" sz="1000">
                <a:solidFill>
                  <a:schemeClr val="dk2"/>
                </a:solidFill>
              </a:defRPr>
            </a:lvl1pPr>
            <a:lvl2pPr lvl="1">
              <a:spcBef>
                <a:spcPts val="0"/>
              </a:spcBef>
              <a:spcAft>
                <a:spcPts val="0"/>
              </a:spcAft>
              <a:buClr>
                <a:schemeClr val="dk2"/>
              </a:buClr>
              <a:buSzPts val="1400"/>
              <a:buFont typeface="Red Hat Display"/>
              <a:buNone/>
              <a:defRPr>
                <a:solidFill>
                  <a:schemeClr val="dk2"/>
                </a:solidFill>
              </a:defRPr>
            </a:lvl2pPr>
            <a:lvl3pPr lvl="2">
              <a:spcBef>
                <a:spcPts val="0"/>
              </a:spcBef>
              <a:spcAft>
                <a:spcPts val="0"/>
              </a:spcAft>
              <a:buClr>
                <a:schemeClr val="dk2"/>
              </a:buClr>
              <a:buSzPts val="1400"/>
              <a:buFont typeface="Red Hat Display"/>
              <a:buNone/>
              <a:defRPr>
                <a:solidFill>
                  <a:schemeClr val="dk2"/>
                </a:solidFill>
              </a:defRPr>
            </a:lvl3pPr>
            <a:lvl4pPr lvl="3">
              <a:spcBef>
                <a:spcPts val="0"/>
              </a:spcBef>
              <a:spcAft>
                <a:spcPts val="0"/>
              </a:spcAft>
              <a:buClr>
                <a:schemeClr val="dk2"/>
              </a:buClr>
              <a:buSzPts val="1400"/>
              <a:buFont typeface="Red Hat Display"/>
              <a:buNone/>
              <a:defRPr>
                <a:solidFill>
                  <a:schemeClr val="dk2"/>
                </a:solidFill>
              </a:defRPr>
            </a:lvl4pPr>
            <a:lvl5pPr lvl="4">
              <a:spcBef>
                <a:spcPts val="0"/>
              </a:spcBef>
              <a:spcAft>
                <a:spcPts val="0"/>
              </a:spcAft>
              <a:buClr>
                <a:schemeClr val="dk2"/>
              </a:buClr>
              <a:buSzPts val="1400"/>
              <a:buFont typeface="Red Hat Display"/>
              <a:buNone/>
              <a:defRPr>
                <a:solidFill>
                  <a:schemeClr val="dk2"/>
                </a:solidFill>
              </a:defRPr>
            </a:lvl5pPr>
            <a:lvl6pPr lvl="5">
              <a:spcBef>
                <a:spcPts val="0"/>
              </a:spcBef>
              <a:spcAft>
                <a:spcPts val="0"/>
              </a:spcAft>
              <a:buClr>
                <a:schemeClr val="dk2"/>
              </a:buClr>
              <a:buSzPts val="1400"/>
              <a:buFont typeface="Red Hat Display"/>
              <a:buNone/>
              <a:defRPr>
                <a:solidFill>
                  <a:schemeClr val="dk2"/>
                </a:solidFill>
              </a:defRPr>
            </a:lvl6pPr>
            <a:lvl7pPr lvl="6">
              <a:spcBef>
                <a:spcPts val="0"/>
              </a:spcBef>
              <a:spcAft>
                <a:spcPts val="0"/>
              </a:spcAft>
              <a:buClr>
                <a:schemeClr val="dk2"/>
              </a:buClr>
              <a:buSzPts val="1400"/>
              <a:buFont typeface="Red Hat Display"/>
              <a:buNone/>
              <a:defRPr>
                <a:solidFill>
                  <a:schemeClr val="dk2"/>
                </a:solidFill>
              </a:defRPr>
            </a:lvl7pPr>
            <a:lvl8pPr lvl="7">
              <a:spcBef>
                <a:spcPts val="0"/>
              </a:spcBef>
              <a:spcAft>
                <a:spcPts val="0"/>
              </a:spcAft>
              <a:buClr>
                <a:schemeClr val="dk2"/>
              </a:buClr>
              <a:buSzPts val="1400"/>
              <a:buFont typeface="Red Hat Display"/>
              <a:buNone/>
              <a:defRPr>
                <a:solidFill>
                  <a:schemeClr val="dk2"/>
                </a:solidFill>
              </a:defRPr>
            </a:lvl8pPr>
            <a:lvl9pPr lvl="8">
              <a:spcBef>
                <a:spcPts val="0"/>
              </a:spcBef>
              <a:spcAft>
                <a:spcPts val="0"/>
              </a:spcAft>
              <a:buClr>
                <a:schemeClr val="dk2"/>
              </a:buClr>
              <a:buSzPts val="1400"/>
              <a:buFont typeface="Red Hat Display"/>
              <a:buNone/>
              <a:defRPr>
                <a:solidFill>
                  <a:schemeClr val="dk2"/>
                </a:solidFill>
              </a:defRPr>
            </a:lvl9pPr>
          </a:lstStyle>
          <a:p/>
        </p:txBody>
      </p:sp>
      <p:sp>
        <p:nvSpPr>
          <p:cNvPr id="259" name="Google Shape;259;p19"/>
          <p:cNvSpPr txBox="1"/>
          <p:nvPr>
            <p:ph idx="18" type="subTitle"/>
          </p:nvPr>
        </p:nvSpPr>
        <p:spPr>
          <a:xfrm>
            <a:off x="7556713" y="1600442"/>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260" name="Google Shape;260;p19"/>
          <p:cNvSpPr txBox="1"/>
          <p:nvPr>
            <p:ph idx="19" type="body"/>
          </p:nvPr>
        </p:nvSpPr>
        <p:spPr>
          <a:xfrm>
            <a:off x="228675" y="3618600"/>
            <a:ext cx="1444500" cy="1065000"/>
          </a:xfrm>
          <a:prstGeom prst="rect">
            <a:avLst/>
          </a:prstGeom>
        </p:spPr>
        <p:txBody>
          <a:bodyPr anchorCtr="0" anchor="t" bIns="91425" lIns="0" spcFirstLastPara="1" rIns="91425" wrap="square" tIns="0">
            <a:spAutoFit/>
          </a:bodyPr>
          <a:lstStyle>
            <a:lvl1pPr indent="-279400" lvl="0" marL="457200">
              <a:spcBef>
                <a:spcPts val="0"/>
              </a:spcBef>
              <a:spcAft>
                <a:spcPts val="0"/>
              </a:spcAft>
              <a:buClr>
                <a:schemeClr val="lt1"/>
              </a:buClr>
              <a:buSzPts val="800"/>
              <a:buFont typeface="Red Hat Display"/>
              <a:buChar char="●"/>
              <a:defRPr sz="800"/>
            </a:lvl1pPr>
            <a:lvl2pPr indent="-279400" lvl="1" marL="914400">
              <a:spcBef>
                <a:spcPts val="0"/>
              </a:spcBef>
              <a:spcAft>
                <a:spcPts val="0"/>
              </a:spcAft>
              <a:buClr>
                <a:schemeClr val="lt1"/>
              </a:buClr>
              <a:buSzPts val="800"/>
              <a:buFont typeface="Red Hat Display"/>
              <a:buChar char="○"/>
              <a:defRPr sz="800"/>
            </a:lvl2pPr>
            <a:lvl3pPr indent="-279400" lvl="2" marL="1371600">
              <a:spcBef>
                <a:spcPts val="0"/>
              </a:spcBef>
              <a:spcAft>
                <a:spcPts val="0"/>
              </a:spcAft>
              <a:buClr>
                <a:schemeClr val="lt1"/>
              </a:buClr>
              <a:buSzPts val="800"/>
              <a:buFont typeface="Red Hat Display"/>
              <a:buChar char="■"/>
              <a:defRPr sz="800"/>
            </a:lvl3pPr>
            <a:lvl4pPr indent="-279400" lvl="3" marL="1828800">
              <a:spcBef>
                <a:spcPts val="0"/>
              </a:spcBef>
              <a:spcAft>
                <a:spcPts val="0"/>
              </a:spcAft>
              <a:buClr>
                <a:schemeClr val="lt1"/>
              </a:buClr>
              <a:buSzPts val="800"/>
              <a:buFont typeface="Red Hat Display"/>
              <a:buChar char="●"/>
              <a:defRPr sz="800"/>
            </a:lvl4pPr>
            <a:lvl5pPr indent="-279400" lvl="4" marL="2286000">
              <a:spcBef>
                <a:spcPts val="0"/>
              </a:spcBef>
              <a:spcAft>
                <a:spcPts val="0"/>
              </a:spcAft>
              <a:buClr>
                <a:schemeClr val="lt1"/>
              </a:buClr>
              <a:buSzPts val="800"/>
              <a:buFont typeface="Red Hat Display"/>
              <a:buChar char="○"/>
              <a:defRPr sz="800"/>
            </a:lvl5pPr>
            <a:lvl6pPr indent="-279400" lvl="5" marL="2743200">
              <a:spcBef>
                <a:spcPts val="0"/>
              </a:spcBef>
              <a:spcAft>
                <a:spcPts val="0"/>
              </a:spcAft>
              <a:buClr>
                <a:schemeClr val="lt1"/>
              </a:buClr>
              <a:buSzPts val="800"/>
              <a:buFont typeface="Red Hat Display"/>
              <a:buChar char="■"/>
              <a:defRPr sz="800"/>
            </a:lvl6pPr>
            <a:lvl7pPr indent="-279400" lvl="6" marL="3200400">
              <a:spcBef>
                <a:spcPts val="0"/>
              </a:spcBef>
              <a:spcAft>
                <a:spcPts val="0"/>
              </a:spcAft>
              <a:buClr>
                <a:schemeClr val="lt1"/>
              </a:buClr>
              <a:buSzPts val="800"/>
              <a:buFont typeface="Red Hat Display"/>
              <a:buChar char="●"/>
              <a:defRPr sz="800"/>
            </a:lvl7pPr>
            <a:lvl8pPr indent="-279400" lvl="7" marL="3657600">
              <a:spcBef>
                <a:spcPts val="0"/>
              </a:spcBef>
              <a:spcAft>
                <a:spcPts val="0"/>
              </a:spcAft>
              <a:buClr>
                <a:schemeClr val="lt1"/>
              </a:buClr>
              <a:buSzPts val="800"/>
              <a:buFont typeface="Red Hat Display"/>
              <a:buChar char="○"/>
              <a:defRPr sz="800"/>
            </a:lvl8pPr>
            <a:lvl9pPr indent="-279400" lvl="8" marL="4114800">
              <a:spcBef>
                <a:spcPts val="0"/>
              </a:spcBef>
              <a:spcAft>
                <a:spcPts val="0"/>
              </a:spcAft>
              <a:buClr>
                <a:schemeClr val="lt1"/>
              </a:buClr>
              <a:buSzPts val="800"/>
              <a:buFont typeface="Red Hat Display"/>
              <a:buChar char="■"/>
              <a:defRPr sz="800"/>
            </a:lvl9pPr>
          </a:lstStyle>
          <a:p/>
        </p:txBody>
      </p:sp>
      <p:sp>
        <p:nvSpPr>
          <p:cNvPr id="261" name="Google Shape;261;p19"/>
          <p:cNvSpPr txBox="1"/>
          <p:nvPr>
            <p:ph idx="20" type="body"/>
          </p:nvPr>
        </p:nvSpPr>
        <p:spPr>
          <a:xfrm>
            <a:off x="2039100" y="3618600"/>
            <a:ext cx="1444500" cy="1065000"/>
          </a:xfrm>
          <a:prstGeom prst="rect">
            <a:avLst/>
          </a:prstGeom>
        </p:spPr>
        <p:txBody>
          <a:bodyPr anchorCtr="0" anchor="t" bIns="91425" lIns="0" spcFirstLastPara="1" rIns="91425" wrap="square" tIns="0">
            <a:spAutoFit/>
          </a:bodyPr>
          <a:lstStyle>
            <a:lvl1pPr indent="-279400" lvl="0" marL="457200">
              <a:spcBef>
                <a:spcPts val="0"/>
              </a:spcBef>
              <a:spcAft>
                <a:spcPts val="0"/>
              </a:spcAft>
              <a:buClr>
                <a:schemeClr val="lt1"/>
              </a:buClr>
              <a:buSzPts val="800"/>
              <a:buFont typeface="Red Hat Display"/>
              <a:buChar char="●"/>
              <a:defRPr sz="800"/>
            </a:lvl1pPr>
            <a:lvl2pPr indent="-279400" lvl="1" marL="914400">
              <a:spcBef>
                <a:spcPts val="0"/>
              </a:spcBef>
              <a:spcAft>
                <a:spcPts val="0"/>
              </a:spcAft>
              <a:buClr>
                <a:schemeClr val="lt1"/>
              </a:buClr>
              <a:buSzPts val="800"/>
              <a:buFont typeface="Red Hat Display"/>
              <a:buChar char="○"/>
              <a:defRPr sz="800"/>
            </a:lvl2pPr>
            <a:lvl3pPr indent="-279400" lvl="2" marL="1371600">
              <a:spcBef>
                <a:spcPts val="0"/>
              </a:spcBef>
              <a:spcAft>
                <a:spcPts val="0"/>
              </a:spcAft>
              <a:buClr>
                <a:schemeClr val="lt1"/>
              </a:buClr>
              <a:buSzPts val="800"/>
              <a:buFont typeface="Red Hat Display"/>
              <a:buChar char="■"/>
              <a:defRPr sz="800"/>
            </a:lvl3pPr>
            <a:lvl4pPr indent="-279400" lvl="3" marL="1828800">
              <a:spcBef>
                <a:spcPts val="0"/>
              </a:spcBef>
              <a:spcAft>
                <a:spcPts val="0"/>
              </a:spcAft>
              <a:buClr>
                <a:schemeClr val="lt1"/>
              </a:buClr>
              <a:buSzPts val="800"/>
              <a:buFont typeface="Red Hat Display"/>
              <a:buChar char="●"/>
              <a:defRPr sz="800"/>
            </a:lvl4pPr>
            <a:lvl5pPr indent="-279400" lvl="4" marL="2286000">
              <a:spcBef>
                <a:spcPts val="0"/>
              </a:spcBef>
              <a:spcAft>
                <a:spcPts val="0"/>
              </a:spcAft>
              <a:buClr>
                <a:schemeClr val="lt1"/>
              </a:buClr>
              <a:buSzPts val="800"/>
              <a:buFont typeface="Red Hat Display"/>
              <a:buChar char="○"/>
              <a:defRPr sz="800"/>
            </a:lvl5pPr>
            <a:lvl6pPr indent="-279400" lvl="5" marL="2743200">
              <a:spcBef>
                <a:spcPts val="0"/>
              </a:spcBef>
              <a:spcAft>
                <a:spcPts val="0"/>
              </a:spcAft>
              <a:buClr>
                <a:schemeClr val="lt1"/>
              </a:buClr>
              <a:buSzPts val="800"/>
              <a:buFont typeface="Red Hat Display"/>
              <a:buChar char="■"/>
              <a:defRPr sz="800"/>
            </a:lvl6pPr>
            <a:lvl7pPr indent="-279400" lvl="6" marL="3200400">
              <a:spcBef>
                <a:spcPts val="0"/>
              </a:spcBef>
              <a:spcAft>
                <a:spcPts val="0"/>
              </a:spcAft>
              <a:buClr>
                <a:schemeClr val="lt1"/>
              </a:buClr>
              <a:buSzPts val="800"/>
              <a:buFont typeface="Red Hat Display"/>
              <a:buChar char="●"/>
              <a:defRPr sz="800"/>
            </a:lvl7pPr>
            <a:lvl8pPr indent="-279400" lvl="7" marL="3657600">
              <a:spcBef>
                <a:spcPts val="0"/>
              </a:spcBef>
              <a:spcAft>
                <a:spcPts val="0"/>
              </a:spcAft>
              <a:buClr>
                <a:schemeClr val="lt1"/>
              </a:buClr>
              <a:buSzPts val="800"/>
              <a:buFont typeface="Red Hat Display"/>
              <a:buChar char="○"/>
              <a:defRPr sz="800"/>
            </a:lvl8pPr>
            <a:lvl9pPr indent="-279400" lvl="8" marL="4114800">
              <a:spcBef>
                <a:spcPts val="0"/>
              </a:spcBef>
              <a:spcAft>
                <a:spcPts val="0"/>
              </a:spcAft>
              <a:buClr>
                <a:schemeClr val="lt1"/>
              </a:buClr>
              <a:buSzPts val="800"/>
              <a:buFont typeface="Red Hat Display"/>
              <a:buChar char="■"/>
              <a:defRPr sz="800"/>
            </a:lvl9pPr>
          </a:lstStyle>
          <a:p/>
        </p:txBody>
      </p:sp>
      <p:sp>
        <p:nvSpPr>
          <p:cNvPr id="262" name="Google Shape;262;p19"/>
          <p:cNvSpPr txBox="1"/>
          <p:nvPr>
            <p:ph idx="21" type="body"/>
          </p:nvPr>
        </p:nvSpPr>
        <p:spPr>
          <a:xfrm>
            <a:off x="3849525" y="3618600"/>
            <a:ext cx="1444500" cy="1065000"/>
          </a:xfrm>
          <a:prstGeom prst="rect">
            <a:avLst/>
          </a:prstGeom>
        </p:spPr>
        <p:txBody>
          <a:bodyPr anchorCtr="0" anchor="t" bIns="91425" lIns="0" spcFirstLastPara="1" rIns="91425" wrap="square" tIns="0">
            <a:sp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Char char="○"/>
              <a:defRPr sz="800"/>
            </a:lvl2pPr>
            <a:lvl3pPr indent="-279400" lvl="2" marL="1371600">
              <a:lnSpc>
                <a:spcPct val="100000"/>
              </a:lnSpc>
              <a:spcBef>
                <a:spcPts val="0"/>
              </a:spcBef>
              <a:spcAft>
                <a:spcPts val="0"/>
              </a:spcAft>
              <a:buSzPts val="800"/>
              <a:buChar char="■"/>
              <a:defRPr sz="800"/>
            </a:lvl3pPr>
            <a:lvl4pPr indent="-279400" lvl="3" marL="1828800">
              <a:lnSpc>
                <a:spcPct val="100000"/>
              </a:lnSpc>
              <a:spcBef>
                <a:spcPts val="0"/>
              </a:spcBef>
              <a:spcAft>
                <a:spcPts val="0"/>
              </a:spcAft>
              <a:buSzPts val="800"/>
              <a:buChar char="●"/>
              <a:defRPr sz="800"/>
            </a:lvl4pPr>
            <a:lvl5pPr indent="-279400" lvl="4" marL="2286000">
              <a:lnSpc>
                <a:spcPct val="100000"/>
              </a:lnSpc>
              <a:spcBef>
                <a:spcPts val="0"/>
              </a:spcBef>
              <a:spcAft>
                <a:spcPts val="0"/>
              </a:spcAft>
              <a:buSzPts val="800"/>
              <a:buChar char="○"/>
              <a:defRPr sz="800"/>
            </a:lvl5pPr>
            <a:lvl6pPr indent="-279400" lvl="5" marL="2743200">
              <a:lnSpc>
                <a:spcPct val="100000"/>
              </a:lnSpc>
              <a:spcBef>
                <a:spcPts val="0"/>
              </a:spcBef>
              <a:spcAft>
                <a:spcPts val="0"/>
              </a:spcAft>
              <a:buSzPts val="800"/>
              <a:buChar char="■"/>
              <a:defRPr sz="800"/>
            </a:lvl6pPr>
            <a:lvl7pPr indent="-279400" lvl="6" marL="3200400">
              <a:lnSpc>
                <a:spcPct val="100000"/>
              </a:lnSpc>
              <a:spcBef>
                <a:spcPts val="0"/>
              </a:spcBef>
              <a:spcAft>
                <a:spcPts val="0"/>
              </a:spcAft>
              <a:buSzPts val="800"/>
              <a:buChar char="●"/>
              <a:defRPr sz="800"/>
            </a:lvl7pPr>
            <a:lvl8pPr indent="-279400" lvl="7" marL="3657600">
              <a:lnSpc>
                <a:spcPct val="100000"/>
              </a:lnSpc>
              <a:spcBef>
                <a:spcPts val="0"/>
              </a:spcBef>
              <a:spcAft>
                <a:spcPts val="0"/>
              </a:spcAft>
              <a:buSzPts val="800"/>
              <a:buChar char="○"/>
              <a:defRPr sz="800"/>
            </a:lvl8pPr>
            <a:lvl9pPr indent="-279400" lvl="8" marL="4114800">
              <a:lnSpc>
                <a:spcPct val="100000"/>
              </a:lnSpc>
              <a:spcBef>
                <a:spcPts val="0"/>
              </a:spcBef>
              <a:spcAft>
                <a:spcPts val="0"/>
              </a:spcAft>
              <a:buSzPts val="800"/>
              <a:buChar char="■"/>
              <a:defRPr sz="800"/>
            </a:lvl9pPr>
          </a:lstStyle>
          <a:p/>
        </p:txBody>
      </p:sp>
      <p:sp>
        <p:nvSpPr>
          <p:cNvPr id="263" name="Google Shape;263;p19"/>
          <p:cNvSpPr txBox="1"/>
          <p:nvPr>
            <p:ph idx="22" type="body"/>
          </p:nvPr>
        </p:nvSpPr>
        <p:spPr>
          <a:xfrm>
            <a:off x="5659950" y="3618600"/>
            <a:ext cx="1444500" cy="1065000"/>
          </a:xfrm>
          <a:prstGeom prst="rect">
            <a:avLst/>
          </a:prstGeom>
        </p:spPr>
        <p:txBody>
          <a:bodyPr anchorCtr="0" anchor="t" bIns="91425" lIns="0" spcFirstLastPara="1" rIns="91425" wrap="square" tIns="0">
            <a:spAutoFit/>
          </a:bodyPr>
          <a:lstStyle>
            <a:lvl1pPr indent="-279400" lvl="0" marL="457200">
              <a:spcBef>
                <a:spcPts val="0"/>
              </a:spcBef>
              <a:spcAft>
                <a:spcPts val="0"/>
              </a:spcAft>
              <a:buClr>
                <a:schemeClr val="lt1"/>
              </a:buClr>
              <a:buSzPts val="800"/>
              <a:buFont typeface="Red Hat Display"/>
              <a:buChar char="●"/>
              <a:defRPr sz="800"/>
            </a:lvl1pPr>
            <a:lvl2pPr indent="-279400" lvl="1" marL="914400">
              <a:spcBef>
                <a:spcPts val="0"/>
              </a:spcBef>
              <a:spcAft>
                <a:spcPts val="0"/>
              </a:spcAft>
              <a:buClr>
                <a:schemeClr val="lt1"/>
              </a:buClr>
              <a:buSzPts val="800"/>
              <a:buFont typeface="Red Hat Display"/>
              <a:buChar char="○"/>
              <a:defRPr sz="800"/>
            </a:lvl2pPr>
            <a:lvl3pPr indent="-279400" lvl="2" marL="1371600">
              <a:spcBef>
                <a:spcPts val="0"/>
              </a:spcBef>
              <a:spcAft>
                <a:spcPts val="0"/>
              </a:spcAft>
              <a:buClr>
                <a:schemeClr val="lt1"/>
              </a:buClr>
              <a:buSzPts val="800"/>
              <a:buFont typeface="Red Hat Display"/>
              <a:buChar char="■"/>
              <a:defRPr sz="800"/>
            </a:lvl3pPr>
            <a:lvl4pPr indent="-279400" lvl="3" marL="1828800">
              <a:spcBef>
                <a:spcPts val="0"/>
              </a:spcBef>
              <a:spcAft>
                <a:spcPts val="0"/>
              </a:spcAft>
              <a:buClr>
                <a:schemeClr val="lt1"/>
              </a:buClr>
              <a:buSzPts val="800"/>
              <a:buFont typeface="Red Hat Display"/>
              <a:buChar char="●"/>
              <a:defRPr sz="800"/>
            </a:lvl4pPr>
            <a:lvl5pPr indent="-279400" lvl="4" marL="2286000">
              <a:spcBef>
                <a:spcPts val="0"/>
              </a:spcBef>
              <a:spcAft>
                <a:spcPts val="0"/>
              </a:spcAft>
              <a:buClr>
                <a:schemeClr val="lt1"/>
              </a:buClr>
              <a:buSzPts val="800"/>
              <a:buFont typeface="Red Hat Display"/>
              <a:buChar char="○"/>
              <a:defRPr sz="800"/>
            </a:lvl5pPr>
            <a:lvl6pPr indent="-279400" lvl="5" marL="2743200">
              <a:spcBef>
                <a:spcPts val="0"/>
              </a:spcBef>
              <a:spcAft>
                <a:spcPts val="0"/>
              </a:spcAft>
              <a:buClr>
                <a:schemeClr val="lt1"/>
              </a:buClr>
              <a:buSzPts val="800"/>
              <a:buFont typeface="Red Hat Display"/>
              <a:buChar char="■"/>
              <a:defRPr sz="800"/>
            </a:lvl6pPr>
            <a:lvl7pPr indent="-279400" lvl="6" marL="3200400">
              <a:spcBef>
                <a:spcPts val="0"/>
              </a:spcBef>
              <a:spcAft>
                <a:spcPts val="0"/>
              </a:spcAft>
              <a:buClr>
                <a:schemeClr val="lt1"/>
              </a:buClr>
              <a:buSzPts val="800"/>
              <a:buFont typeface="Red Hat Display"/>
              <a:buChar char="●"/>
              <a:defRPr sz="800"/>
            </a:lvl7pPr>
            <a:lvl8pPr indent="-279400" lvl="7" marL="3657600">
              <a:spcBef>
                <a:spcPts val="0"/>
              </a:spcBef>
              <a:spcAft>
                <a:spcPts val="0"/>
              </a:spcAft>
              <a:buClr>
                <a:schemeClr val="lt1"/>
              </a:buClr>
              <a:buSzPts val="800"/>
              <a:buFont typeface="Red Hat Display"/>
              <a:buChar char="○"/>
              <a:defRPr sz="800"/>
            </a:lvl8pPr>
            <a:lvl9pPr indent="-279400" lvl="8" marL="4114800">
              <a:spcBef>
                <a:spcPts val="0"/>
              </a:spcBef>
              <a:spcAft>
                <a:spcPts val="0"/>
              </a:spcAft>
              <a:buClr>
                <a:schemeClr val="lt1"/>
              </a:buClr>
              <a:buSzPts val="800"/>
              <a:buFont typeface="Red Hat Display"/>
              <a:buChar char="■"/>
              <a:defRPr sz="800"/>
            </a:lvl9pPr>
          </a:lstStyle>
          <a:p/>
        </p:txBody>
      </p:sp>
      <p:sp>
        <p:nvSpPr>
          <p:cNvPr id="264" name="Google Shape;264;p19"/>
          <p:cNvSpPr txBox="1"/>
          <p:nvPr>
            <p:ph idx="23" type="body"/>
          </p:nvPr>
        </p:nvSpPr>
        <p:spPr>
          <a:xfrm>
            <a:off x="7470375" y="3618600"/>
            <a:ext cx="1444500" cy="1065000"/>
          </a:xfrm>
          <a:prstGeom prst="rect">
            <a:avLst/>
          </a:prstGeom>
        </p:spPr>
        <p:txBody>
          <a:bodyPr anchorCtr="0" anchor="t" bIns="91425" lIns="0" spcFirstLastPara="1" rIns="91425" wrap="square" tIns="0">
            <a:spAutoFit/>
          </a:bodyPr>
          <a:lstStyle>
            <a:lvl1pPr indent="-279400" lvl="0" marL="457200">
              <a:spcBef>
                <a:spcPts val="0"/>
              </a:spcBef>
              <a:spcAft>
                <a:spcPts val="0"/>
              </a:spcAft>
              <a:buClr>
                <a:schemeClr val="lt1"/>
              </a:buClr>
              <a:buSzPts val="800"/>
              <a:buFont typeface="Red Hat Display"/>
              <a:buChar char="●"/>
              <a:defRPr sz="800"/>
            </a:lvl1pPr>
            <a:lvl2pPr indent="-279400" lvl="1" marL="914400">
              <a:spcBef>
                <a:spcPts val="0"/>
              </a:spcBef>
              <a:spcAft>
                <a:spcPts val="0"/>
              </a:spcAft>
              <a:buClr>
                <a:schemeClr val="lt1"/>
              </a:buClr>
              <a:buSzPts val="800"/>
              <a:buFont typeface="Red Hat Display"/>
              <a:buChar char="○"/>
              <a:defRPr sz="800"/>
            </a:lvl2pPr>
            <a:lvl3pPr indent="-279400" lvl="2" marL="1371600">
              <a:spcBef>
                <a:spcPts val="0"/>
              </a:spcBef>
              <a:spcAft>
                <a:spcPts val="0"/>
              </a:spcAft>
              <a:buClr>
                <a:schemeClr val="lt1"/>
              </a:buClr>
              <a:buSzPts val="800"/>
              <a:buFont typeface="Red Hat Display"/>
              <a:buChar char="■"/>
              <a:defRPr sz="800"/>
            </a:lvl3pPr>
            <a:lvl4pPr indent="-279400" lvl="3" marL="1828800">
              <a:spcBef>
                <a:spcPts val="0"/>
              </a:spcBef>
              <a:spcAft>
                <a:spcPts val="0"/>
              </a:spcAft>
              <a:buClr>
                <a:schemeClr val="lt1"/>
              </a:buClr>
              <a:buSzPts val="800"/>
              <a:buFont typeface="Red Hat Display"/>
              <a:buChar char="●"/>
              <a:defRPr sz="800"/>
            </a:lvl4pPr>
            <a:lvl5pPr indent="-279400" lvl="4" marL="2286000">
              <a:spcBef>
                <a:spcPts val="0"/>
              </a:spcBef>
              <a:spcAft>
                <a:spcPts val="0"/>
              </a:spcAft>
              <a:buClr>
                <a:schemeClr val="lt1"/>
              </a:buClr>
              <a:buSzPts val="800"/>
              <a:buFont typeface="Red Hat Display"/>
              <a:buChar char="○"/>
              <a:defRPr sz="800"/>
            </a:lvl5pPr>
            <a:lvl6pPr indent="-279400" lvl="5" marL="2743200">
              <a:spcBef>
                <a:spcPts val="0"/>
              </a:spcBef>
              <a:spcAft>
                <a:spcPts val="0"/>
              </a:spcAft>
              <a:buClr>
                <a:schemeClr val="lt1"/>
              </a:buClr>
              <a:buSzPts val="800"/>
              <a:buFont typeface="Red Hat Display"/>
              <a:buChar char="■"/>
              <a:defRPr sz="800"/>
            </a:lvl6pPr>
            <a:lvl7pPr indent="-279400" lvl="6" marL="3200400">
              <a:spcBef>
                <a:spcPts val="0"/>
              </a:spcBef>
              <a:spcAft>
                <a:spcPts val="0"/>
              </a:spcAft>
              <a:buClr>
                <a:schemeClr val="lt1"/>
              </a:buClr>
              <a:buSzPts val="800"/>
              <a:buFont typeface="Red Hat Display"/>
              <a:buChar char="●"/>
              <a:defRPr sz="800"/>
            </a:lvl7pPr>
            <a:lvl8pPr indent="-279400" lvl="7" marL="3657600">
              <a:spcBef>
                <a:spcPts val="0"/>
              </a:spcBef>
              <a:spcAft>
                <a:spcPts val="0"/>
              </a:spcAft>
              <a:buClr>
                <a:schemeClr val="lt1"/>
              </a:buClr>
              <a:buSzPts val="800"/>
              <a:buFont typeface="Red Hat Display"/>
              <a:buChar char="○"/>
              <a:defRPr sz="800"/>
            </a:lvl8pPr>
            <a:lvl9pPr indent="-279400" lvl="8" marL="4114800">
              <a:spcBef>
                <a:spcPts val="0"/>
              </a:spcBef>
              <a:spcAft>
                <a:spcPts val="0"/>
              </a:spcAft>
              <a:buClr>
                <a:schemeClr val="lt1"/>
              </a:buClr>
              <a:buSzPts val="800"/>
              <a:buFont typeface="Red Hat Display"/>
              <a:buChar char="■"/>
              <a:defRPr sz="8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BLANK_1_1_1_1">
    <p:spTree>
      <p:nvGrpSpPr>
        <p:cNvPr id="265" name="Shape 265"/>
        <p:cNvGrpSpPr/>
        <p:nvPr/>
      </p:nvGrpSpPr>
      <p:grpSpPr>
        <a:xfrm>
          <a:off x="0" y="0"/>
          <a:ext cx="0" cy="0"/>
          <a:chOff x="0" y="0"/>
          <a:chExt cx="0" cy="0"/>
        </a:xfrm>
      </p:grpSpPr>
      <p:sp>
        <p:nvSpPr>
          <p:cNvPr id="266" name="Google Shape;266;p20"/>
          <p:cNvSpPr txBox="1"/>
          <p:nvPr>
            <p:ph type="title"/>
          </p:nvPr>
        </p:nvSpPr>
        <p:spPr>
          <a:xfrm>
            <a:off x="228600" y="420017"/>
            <a:ext cx="64803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blocks">
  <p:cSld name="BLANK_1_1_1_1_3">
    <p:spTree>
      <p:nvGrpSpPr>
        <p:cNvPr id="267" name="Shape 267"/>
        <p:cNvGrpSpPr/>
        <p:nvPr/>
      </p:nvGrpSpPr>
      <p:grpSpPr>
        <a:xfrm>
          <a:off x="0" y="0"/>
          <a:ext cx="0" cy="0"/>
          <a:chOff x="0" y="0"/>
          <a:chExt cx="0" cy="0"/>
        </a:xfrm>
      </p:grpSpPr>
      <p:sp>
        <p:nvSpPr>
          <p:cNvPr id="268" name="Google Shape;268;p21"/>
          <p:cNvSpPr txBox="1"/>
          <p:nvPr>
            <p:ph idx="1" type="subTitle"/>
          </p:nvPr>
        </p:nvSpPr>
        <p:spPr>
          <a:xfrm>
            <a:off x="424600" y="1730976"/>
            <a:ext cx="2484300" cy="1983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200"/>
              <a:buFont typeface="Red Hat Display"/>
              <a:buNone/>
              <a:defRPr b="1"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269" name="Google Shape;269;p21"/>
          <p:cNvSpPr txBox="1"/>
          <p:nvPr>
            <p:ph idx="2" type="body"/>
          </p:nvPr>
        </p:nvSpPr>
        <p:spPr>
          <a:xfrm>
            <a:off x="424600" y="1984850"/>
            <a:ext cx="2466300" cy="959400"/>
          </a:xfrm>
          <a:prstGeom prst="rect">
            <a:avLst/>
          </a:prstGeom>
        </p:spPr>
        <p:txBody>
          <a:bodyPr anchorCtr="0" anchor="t" bIns="91425" lIns="0" spcFirstLastPara="1" rIns="91425" wrap="square" tIns="0">
            <a:spAutoFit/>
          </a:bodyPr>
          <a:lstStyle>
            <a:lvl1pPr indent="-285750" lvl="0" marL="457200">
              <a:spcBef>
                <a:spcPts val="0"/>
              </a:spcBef>
              <a:spcAft>
                <a:spcPts val="0"/>
              </a:spcAft>
              <a:buClr>
                <a:schemeClr val="lt1"/>
              </a:buClr>
              <a:buSzPts val="900"/>
              <a:buFont typeface="Red Hat Display"/>
              <a:buChar char="●"/>
              <a:defRPr/>
            </a:lvl1pPr>
            <a:lvl2pPr indent="-285750" lvl="1" marL="914400">
              <a:spcBef>
                <a:spcPts val="0"/>
              </a:spcBef>
              <a:spcAft>
                <a:spcPts val="0"/>
              </a:spcAft>
              <a:buClr>
                <a:schemeClr val="lt1"/>
              </a:buClr>
              <a:buSzPts val="900"/>
              <a:buFont typeface="Red Hat Display"/>
              <a:buChar char="○"/>
              <a:defRPr/>
            </a:lvl2pPr>
            <a:lvl3pPr indent="-285750" lvl="2" marL="1371600">
              <a:spcBef>
                <a:spcPts val="0"/>
              </a:spcBef>
              <a:spcAft>
                <a:spcPts val="0"/>
              </a:spcAft>
              <a:buClr>
                <a:schemeClr val="lt1"/>
              </a:buClr>
              <a:buSzPts val="900"/>
              <a:buFont typeface="Red Hat Display"/>
              <a:buChar char="■"/>
              <a:defRPr/>
            </a:lvl3pPr>
            <a:lvl4pPr indent="-285750" lvl="3" marL="1828800">
              <a:spcBef>
                <a:spcPts val="0"/>
              </a:spcBef>
              <a:spcAft>
                <a:spcPts val="0"/>
              </a:spcAft>
              <a:buClr>
                <a:schemeClr val="lt1"/>
              </a:buClr>
              <a:buSzPts val="900"/>
              <a:buFont typeface="Red Hat Display"/>
              <a:buChar char="●"/>
              <a:defRPr/>
            </a:lvl4pPr>
            <a:lvl5pPr indent="-285750" lvl="4" marL="2286000">
              <a:spcBef>
                <a:spcPts val="0"/>
              </a:spcBef>
              <a:spcAft>
                <a:spcPts val="0"/>
              </a:spcAft>
              <a:buClr>
                <a:schemeClr val="lt1"/>
              </a:buClr>
              <a:buSzPts val="900"/>
              <a:buFont typeface="Red Hat Display"/>
              <a:buChar char="○"/>
              <a:defRPr/>
            </a:lvl5pPr>
            <a:lvl6pPr indent="-285750" lvl="5" marL="2743200">
              <a:spcBef>
                <a:spcPts val="0"/>
              </a:spcBef>
              <a:spcAft>
                <a:spcPts val="0"/>
              </a:spcAft>
              <a:buClr>
                <a:schemeClr val="lt1"/>
              </a:buClr>
              <a:buSzPts val="900"/>
              <a:buFont typeface="Red Hat Display"/>
              <a:buChar char="■"/>
              <a:defRPr/>
            </a:lvl6pPr>
            <a:lvl7pPr indent="-285750" lvl="6" marL="3200400">
              <a:spcBef>
                <a:spcPts val="0"/>
              </a:spcBef>
              <a:spcAft>
                <a:spcPts val="0"/>
              </a:spcAft>
              <a:buClr>
                <a:schemeClr val="lt1"/>
              </a:buClr>
              <a:buSzPts val="900"/>
              <a:buFont typeface="Red Hat Display"/>
              <a:buChar char="●"/>
              <a:defRPr/>
            </a:lvl7pPr>
            <a:lvl8pPr indent="-285750" lvl="7" marL="3657600">
              <a:spcBef>
                <a:spcPts val="0"/>
              </a:spcBef>
              <a:spcAft>
                <a:spcPts val="0"/>
              </a:spcAft>
              <a:buClr>
                <a:schemeClr val="lt1"/>
              </a:buClr>
              <a:buSzPts val="900"/>
              <a:buFont typeface="Red Hat Display"/>
              <a:buChar char="○"/>
              <a:defRPr/>
            </a:lvl8pPr>
            <a:lvl9pPr indent="-285750" lvl="8" marL="4114800">
              <a:spcBef>
                <a:spcPts val="0"/>
              </a:spcBef>
              <a:spcAft>
                <a:spcPts val="0"/>
              </a:spcAft>
              <a:buClr>
                <a:schemeClr val="lt1"/>
              </a:buClr>
              <a:buSzPts val="900"/>
              <a:buFont typeface="Red Hat Display"/>
              <a:buChar char="■"/>
              <a:defRPr/>
            </a:lvl9pPr>
          </a:lstStyle>
          <a:p/>
        </p:txBody>
      </p:sp>
      <p:sp>
        <p:nvSpPr>
          <p:cNvPr id="270" name="Google Shape;270;p21"/>
          <p:cNvSpPr txBox="1"/>
          <p:nvPr>
            <p:ph idx="3" type="subTitle"/>
          </p:nvPr>
        </p:nvSpPr>
        <p:spPr>
          <a:xfrm>
            <a:off x="3329688" y="1730976"/>
            <a:ext cx="2484300" cy="1983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200"/>
              <a:buFont typeface="Red Hat Display"/>
              <a:buNone/>
              <a:defRPr b="1"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271" name="Google Shape;271;p21"/>
          <p:cNvSpPr txBox="1"/>
          <p:nvPr>
            <p:ph idx="4" type="body"/>
          </p:nvPr>
        </p:nvSpPr>
        <p:spPr>
          <a:xfrm>
            <a:off x="3329688" y="1984850"/>
            <a:ext cx="2466300" cy="959400"/>
          </a:xfrm>
          <a:prstGeom prst="rect">
            <a:avLst/>
          </a:prstGeom>
        </p:spPr>
        <p:txBody>
          <a:bodyPr anchorCtr="0" anchor="t" bIns="91425" lIns="0" spcFirstLastPara="1" rIns="91425" wrap="square" tIns="0">
            <a:spAutoFit/>
          </a:bodyPr>
          <a:lstStyle>
            <a:lvl1pPr indent="-285750" lvl="0" marL="457200">
              <a:spcBef>
                <a:spcPts val="0"/>
              </a:spcBef>
              <a:spcAft>
                <a:spcPts val="0"/>
              </a:spcAft>
              <a:buClr>
                <a:schemeClr val="lt1"/>
              </a:buClr>
              <a:buSzPts val="900"/>
              <a:buFont typeface="Red Hat Display"/>
              <a:buChar char="●"/>
              <a:defRPr/>
            </a:lvl1pPr>
            <a:lvl2pPr indent="-285750" lvl="1" marL="914400">
              <a:spcBef>
                <a:spcPts val="0"/>
              </a:spcBef>
              <a:spcAft>
                <a:spcPts val="0"/>
              </a:spcAft>
              <a:buClr>
                <a:schemeClr val="lt1"/>
              </a:buClr>
              <a:buSzPts val="900"/>
              <a:buFont typeface="Red Hat Display"/>
              <a:buChar char="○"/>
              <a:defRPr/>
            </a:lvl2pPr>
            <a:lvl3pPr indent="-285750" lvl="2" marL="1371600">
              <a:spcBef>
                <a:spcPts val="0"/>
              </a:spcBef>
              <a:spcAft>
                <a:spcPts val="0"/>
              </a:spcAft>
              <a:buClr>
                <a:schemeClr val="lt1"/>
              </a:buClr>
              <a:buSzPts val="900"/>
              <a:buFont typeface="Red Hat Display"/>
              <a:buChar char="■"/>
              <a:defRPr/>
            </a:lvl3pPr>
            <a:lvl4pPr indent="-285750" lvl="3" marL="1828800">
              <a:spcBef>
                <a:spcPts val="0"/>
              </a:spcBef>
              <a:spcAft>
                <a:spcPts val="0"/>
              </a:spcAft>
              <a:buClr>
                <a:schemeClr val="lt1"/>
              </a:buClr>
              <a:buSzPts val="900"/>
              <a:buFont typeface="Red Hat Display"/>
              <a:buChar char="●"/>
              <a:defRPr/>
            </a:lvl4pPr>
            <a:lvl5pPr indent="-285750" lvl="4" marL="2286000">
              <a:spcBef>
                <a:spcPts val="0"/>
              </a:spcBef>
              <a:spcAft>
                <a:spcPts val="0"/>
              </a:spcAft>
              <a:buClr>
                <a:schemeClr val="lt1"/>
              </a:buClr>
              <a:buSzPts val="900"/>
              <a:buFont typeface="Red Hat Display"/>
              <a:buChar char="○"/>
              <a:defRPr/>
            </a:lvl5pPr>
            <a:lvl6pPr indent="-285750" lvl="5" marL="2743200">
              <a:spcBef>
                <a:spcPts val="0"/>
              </a:spcBef>
              <a:spcAft>
                <a:spcPts val="0"/>
              </a:spcAft>
              <a:buClr>
                <a:schemeClr val="lt1"/>
              </a:buClr>
              <a:buSzPts val="900"/>
              <a:buFont typeface="Red Hat Display"/>
              <a:buChar char="■"/>
              <a:defRPr/>
            </a:lvl6pPr>
            <a:lvl7pPr indent="-285750" lvl="6" marL="3200400">
              <a:spcBef>
                <a:spcPts val="0"/>
              </a:spcBef>
              <a:spcAft>
                <a:spcPts val="0"/>
              </a:spcAft>
              <a:buClr>
                <a:schemeClr val="lt1"/>
              </a:buClr>
              <a:buSzPts val="900"/>
              <a:buFont typeface="Red Hat Display"/>
              <a:buChar char="●"/>
              <a:defRPr/>
            </a:lvl7pPr>
            <a:lvl8pPr indent="-285750" lvl="7" marL="3657600">
              <a:spcBef>
                <a:spcPts val="0"/>
              </a:spcBef>
              <a:spcAft>
                <a:spcPts val="0"/>
              </a:spcAft>
              <a:buClr>
                <a:schemeClr val="lt1"/>
              </a:buClr>
              <a:buSzPts val="900"/>
              <a:buFont typeface="Red Hat Display"/>
              <a:buChar char="○"/>
              <a:defRPr/>
            </a:lvl8pPr>
            <a:lvl9pPr indent="-285750" lvl="8" marL="4114800">
              <a:spcBef>
                <a:spcPts val="0"/>
              </a:spcBef>
              <a:spcAft>
                <a:spcPts val="0"/>
              </a:spcAft>
              <a:buClr>
                <a:schemeClr val="lt1"/>
              </a:buClr>
              <a:buSzPts val="900"/>
              <a:buFont typeface="Red Hat Display"/>
              <a:buChar char="■"/>
              <a:defRPr/>
            </a:lvl9pPr>
          </a:lstStyle>
          <a:p/>
        </p:txBody>
      </p:sp>
      <p:sp>
        <p:nvSpPr>
          <p:cNvPr id="272" name="Google Shape;272;p21"/>
          <p:cNvSpPr txBox="1"/>
          <p:nvPr>
            <p:ph idx="5" type="subTitle"/>
          </p:nvPr>
        </p:nvSpPr>
        <p:spPr>
          <a:xfrm>
            <a:off x="6237091" y="1730976"/>
            <a:ext cx="2484300" cy="1983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200"/>
              <a:buFont typeface="Red Hat Display"/>
              <a:buNone/>
              <a:defRPr b="1"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273" name="Google Shape;273;p21"/>
          <p:cNvSpPr txBox="1"/>
          <p:nvPr>
            <p:ph idx="6" type="body"/>
          </p:nvPr>
        </p:nvSpPr>
        <p:spPr>
          <a:xfrm>
            <a:off x="6237091" y="1984850"/>
            <a:ext cx="2466300" cy="959400"/>
          </a:xfrm>
          <a:prstGeom prst="rect">
            <a:avLst/>
          </a:prstGeom>
        </p:spPr>
        <p:txBody>
          <a:bodyPr anchorCtr="0" anchor="t" bIns="91425" lIns="0" spcFirstLastPara="1" rIns="91425" wrap="square" tIns="0">
            <a:spAutoFit/>
          </a:bodyPr>
          <a:lstStyle>
            <a:lvl1pPr indent="-285750" lvl="0" marL="457200">
              <a:spcBef>
                <a:spcPts val="0"/>
              </a:spcBef>
              <a:spcAft>
                <a:spcPts val="0"/>
              </a:spcAft>
              <a:buClr>
                <a:schemeClr val="lt1"/>
              </a:buClr>
              <a:buSzPts val="900"/>
              <a:buFont typeface="Red Hat Display"/>
              <a:buChar char="●"/>
              <a:defRPr/>
            </a:lvl1pPr>
            <a:lvl2pPr indent="-285750" lvl="1" marL="914400">
              <a:spcBef>
                <a:spcPts val="0"/>
              </a:spcBef>
              <a:spcAft>
                <a:spcPts val="0"/>
              </a:spcAft>
              <a:buClr>
                <a:schemeClr val="lt1"/>
              </a:buClr>
              <a:buSzPts val="900"/>
              <a:buFont typeface="Red Hat Display"/>
              <a:buChar char="○"/>
              <a:defRPr/>
            </a:lvl2pPr>
            <a:lvl3pPr indent="-285750" lvl="2" marL="1371600">
              <a:spcBef>
                <a:spcPts val="0"/>
              </a:spcBef>
              <a:spcAft>
                <a:spcPts val="0"/>
              </a:spcAft>
              <a:buClr>
                <a:schemeClr val="lt1"/>
              </a:buClr>
              <a:buSzPts val="900"/>
              <a:buFont typeface="Red Hat Display"/>
              <a:buChar char="■"/>
              <a:defRPr/>
            </a:lvl3pPr>
            <a:lvl4pPr indent="-285750" lvl="3" marL="1828800">
              <a:spcBef>
                <a:spcPts val="0"/>
              </a:spcBef>
              <a:spcAft>
                <a:spcPts val="0"/>
              </a:spcAft>
              <a:buClr>
                <a:schemeClr val="lt1"/>
              </a:buClr>
              <a:buSzPts val="900"/>
              <a:buFont typeface="Red Hat Display"/>
              <a:buChar char="●"/>
              <a:defRPr/>
            </a:lvl4pPr>
            <a:lvl5pPr indent="-285750" lvl="4" marL="2286000">
              <a:spcBef>
                <a:spcPts val="0"/>
              </a:spcBef>
              <a:spcAft>
                <a:spcPts val="0"/>
              </a:spcAft>
              <a:buClr>
                <a:schemeClr val="lt1"/>
              </a:buClr>
              <a:buSzPts val="900"/>
              <a:buFont typeface="Red Hat Display"/>
              <a:buChar char="○"/>
              <a:defRPr/>
            </a:lvl5pPr>
            <a:lvl6pPr indent="-285750" lvl="5" marL="2743200">
              <a:spcBef>
                <a:spcPts val="0"/>
              </a:spcBef>
              <a:spcAft>
                <a:spcPts val="0"/>
              </a:spcAft>
              <a:buClr>
                <a:schemeClr val="lt1"/>
              </a:buClr>
              <a:buSzPts val="900"/>
              <a:buFont typeface="Red Hat Display"/>
              <a:buChar char="■"/>
              <a:defRPr/>
            </a:lvl6pPr>
            <a:lvl7pPr indent="-285750" lvl="6" marL="3200400">
              <a:spcBef>
                <a:spcPts val="0"/>
              </a:spcBef>
              <a:spcAft>
                <a:spcPts val="0"/>
              </a:spcAft>
              <a:buClr>
                <a:schemeClr val="lt1"/>
              </a:buClr>
              <a:buSzPts val="900"/>
              <a:buFont typeface="Red Hat Display"/>
              <a:buChar char="●"/>
              <a:defRPr/>
            </a:lvl7pPr>
            <a:lvl8pPr indent="-285750" lvl="7" marL="3657600">
              <a:spcBef>
                <a:spcPts val="0"/>
              </a:spcBef>
              <a:spcAft>
                <a:spcPts val="0"/>
              </a:spcAft>
              <a:buClr>
                <a:schemeClr val="lt1"/>
              </a:buClr>
              <a:buSzPts val="900"/>
              <a:buFont typeface="Red Hat Display"/>
              <a:buChar char="○"/>
              <a:defRPr/>
            </a:lvl8pPr>
            <a:lvl9pPr indent="-285750" lvl="8" marL="4114800">
              <a:spcBef>
                <a:spcPts val="0"/>
              </a:spcBef>
              <a:spcAft>
                <a:spcPts val="0"/>
              </a:spcAft>
              <a:buClr>
                <a:schemeClr val="lt1"/>
              </a:buClr>
              <a:buSzPts val="900"/>
              <a:buFont typeface="Red Hat Display"/>
              <a:buChar char="■"/>
              <a:defRPr/>
            </a:lvl9pPr>
          </a:lstStyle>
          <a:p/>
        </p:txBody>
      </p:sp>
      <p:sp>
        <p:nvSpPr>
          <p:cNvPr id="274" name="Google Shape;274;p21"/>
          <p:cNvSpPr txBox="1"/>
          <p:nvPr>
            <p:ph type="title"/>
          </p:nvPr>
        </p:nvSpPr>
        <p:spPr>
          <a:xfrm>
            <a:off x="228600" y="420025"/>
            <a:ext cx="48177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275" name="Google Shape;275;p21"/>
          <p:cNvSpPr txBox="1"/>
          <p:nvPr>
            <p:ph idx="7" type="subTitle"/>
          </p:nvPr>
        </p:nvSpPr>
        <p:spPr>
          <a:xfrm>
            <a:off x="424600" y="3474395"/>
            <a:ext cx="2484300" cy="1983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200"/>
              <a:buFont typeface="Red Hat Display"/>
              <a:buNone/>
              <a:defRPr b="1"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276" name="Google Shape;276;p21"/>
          <p:cNvSpPr txBox="1"/>
          <p:nvPr>
            <p:ph idx="8" type="body"/>
          </p:nvPr>
        </p:nvSpPr>
        <p:spPr>
          <a:xfrm>
            <a:off x="424600" y="3724325"/>
            <a:ext cx="3718800" cy="414600"/>
          </a:xfrm>
          <a:prstGeom prst="rect">
            <a:avLst/>
          </a:prstGeom>
        </p:spPr>
        <p:txBody>
          <a:bodyPr anchorCtr="0" anchor="t" bIns="91425" lIns="0" spcFirstLastPara="1" rIns="91425" wrap="square" tIns="0">
            <a:spAutoFit/>
          </a:bodyPr>
          <a:lstStyle>
            <a:lvl1pPr indent="-285750" lvl="0" marL="457200">
              <a:spcBef>
                <a:spcPts val="0"/>
              </a:spcBef>
              <a:spcAft>
                <a:spcPts val="0"/>
              </a:spcAft>
              <a:buClr>
                <a:schemeClr val="lt1"/>
              </a:buClr>
              <a:buSzPts val="900"/>
              <a:buFont typeface="Red Hat Display"/>
              <a:buChar char="●"/>
              <a:defRPr/>
            </a:lvl1pPr>
            <a:lvl2pPr indent="-285750" lvl="1" marL="914400">
              <a:spcBef>
                <a:spcPts val="0"/>
              </a:spcBef>
              <a:spcAft>
                <a:spcPts val="0"/>
              </a:spcAft>
              <a:buClr>
                <a:schemeClr val="lt1"/>
              </a:buClr>
              <a:buSzPts val="900"/>
              <a:buFont typeface="Red Hat Display"/>
              <a:buChar char="○"/>
              <a:defRPr/>
            </a:lvl2pPr>
            <a:lvl3pPr indent="-285750" lvl="2" marL="1371600">
              <a:spcBef>
                <a:spcPts val="0"/>
              </a:spcBef>
              <a:spcAft>
                <a:spcPts val="0"/>
              </a:spcAft>
              <a:buClr>
                <a:schemeClr val="lt1"/>
              </a:buClr>
              <a:buSzPts val="900"/>
              <a:buFont typeface="Red Hat Display"/>
              <a:buChar char="■"/>
              <a:defRPr/>
            </a:lvl3pPr>
            <a:lvl4pPr indent="-285750" lvl="3" marL="1828800">
              <a:spcBef>
                <a:spcPts val="0"/>
              </a:spcBef>
              <a:spcAft>
                <a:spcPts val="0"/>
              </a:spcAft>
              <a:buClr>
                <a:schemeClr val="lt1"/>
              </a:buClr>
              <a:buSzPts val="900"/>
              <a:buFont typeface="Red Hat Display"/>
              <a:buChar char="●"/>
              <a:defRPr/>
            </a:lvl4pPr>
            <a:lvl5pPr indent="-285750" lvl="4" marL="2286000">
              <a:spcBef>
                <a:spcPts val="0"/>
              </a:spcBef>
              <a:spcAft>
                <a:spcPts val="0"/>
              </a:spcAft>
              <a:buClr>
                <a:schemeClr val="lt1"/>
              </a:buClr>
              <a:buSzPts val="900"/>
              <a:buFont typeface="Red Hat Display"/>
              <a:buChar char="○"/>
              <a:defRPr/>
            </a:lvl5pPr>
            <a:lvl6pPr indent="-285750" lvl="5" marL="2743200">
              <a:spcBef>
                <a:spcPts val="0"/>
              </a:spcBef>
              <a:spcAft>
                <a:spcPts val="0"/>
              </a:spcAft>
              <a:buClr>
                <a:schemeClr val="lt1"/>
              </a:buClr>
              <a:buSzPts val="900"/>
              <a:buFont typeface="Red Hat Display"/>
              <a:buChar char="■"/>
              <a:defRPr/>
            </a:lvl6pPr>
            <a:lvl7pPr indent="-285750" lvl="6" marL="3200400">
              <a:spcBef>
                <a:spcPts val="0"/>
              </a:spcBef>
              <a:spcAft>
                <a:spcPts val="0"/>
              </a:spcAft>
              <a:buClr>
                <a:schemeClr val="lt1"/>
              </a:buClr>
              <a:buSzPts val="900"/>
              <a:buFont typeface="Red Hat Display"/>
              <a:buChar char="●"/>
              <a:defRPr/>
            </a:lvl7pPr>
            <a:lvl8pPr indent="-285750" lvl="7" marL="3657600">
              <a:spcBef>
                <a:spcPts val="0"/>
              </a:spcBef>
              <a:spcAft>
                <a:spcPts val="0"/>
              </a:spcAft>
              <a:buClr>
                <a:schemeClr val="lt1"/>
              </a:buClr>
              <a:buSzPts val="900"/>
              <a:buFont typeface="Red Hat Display"/>
              <a:buChar char="○"/>
              <a:defRPr/>
            </a:lvl8pPr>
            <a:lvl9pPr indent="-285750" lvl="8" marL="4114800">
              <a:spcBef>
                <a:spcPts val="0"/>
              </a:spcBef>
              <a:spcAft>
                <a:spcPts val="0"/>
              </a:spcAft>
              <a:buClr>
                <a:schemeClr val="lt1"/>
              </a:buClr>
              <a:buSzPts val="900"/>
              <a:buFont typeface="Red Hat Display"/>
              <a:buChar char="■"/>
              <a:defRPr/>
            </a:lvl9pPr>
          </a:lstStyle>
          <a:p/>
        </p:txBody>
      </p:sp>
      <p:sp>
        <p:nvSpPr>
          <p:cNvPr id="277" name="Google Shape;277;p21"/>
          <p:cNvSpPr txBox="1"/>
          <p:nvPr>
            <p:ph idx="9" type="subTitle"/>
          </p:nvPr>
        </p:nvSpPr>
        <p:spPr>
          <a:xfrm>
            <a:off x="4815675" y="3474395"/>
            <a:ext cx="2484300" cy="1983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200"/>
              <a:buFont typeface="Red Hat Display"/>
              <a:buNone/>
              <a:defRPr b="1"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278" name="Google Shape;278;p21"/>
          <p:cNvSpPr txBox="1"/>
          <p:nvPr>
            <p:ph idx="13" type="body"/>
          </p:nvPr>
        </p:nvSpPr>
        <p:spPr>
          <a:xfrm>
            <a:off x="4815675" y="3724325"/>
            <a:ext cx="3718800" cy="414600"/>
          </a:xfrm>
          <a:prstGeom prst="rect">
            <a:avLst/>
          </a:prstGeom>
        </p:spPr>
        <p:txBody>
          <a:bodyPr anchorCtr="0" anchor="t" bIns="91425" lIns="0" spcFirstLastPara="1" rIns="91425" wrap="square" tIns="0">
            <a:spAutoFit/>
          </a:bodyPr>
          <a:lstStyle>
            <a:lvl1pPr indent="-285750" lvl="0" marL="457200">
              <a:spcBef>
                <a:spcPts val="0"/>
              </a:spcBef>
              <a:spcAft>
                <a:spcPts val="0"/>
              </a:spcAft>
              <a:buClr>
                <a:schemeClr val="lt1"/>
              </a:buClr>
              <a:buSzPts val="900"/>
              <a:buFont typeface="Red Hat Display"/>
              <a:buChar char="●"/>
              <a:defRPr/>
            </a:lvl1pPr>
            <a:lvl2pPr indent="-285750" lvl="1" marL="914400">
              <a:spcBef>
                <a:spcPts val="0"/>
              </a:spcBef>
              <a:spcAft>
                <a:spcPts val="0"/>
              </a:spcAft>
              <a:buClr>
                <a:schemeClr val="lt1"/>
              </a:buClr>
              <a:buSzPts val="900"/>
              <a:buFont typeface="Red Hat Display"/>
              <a:buChar char="○"/>
              <a:defRPr/>
            </a:lvl2pPr>
            <a:lvl3pPr indent="-285750" lvl="2" marL="1371600">
              <a:spcBef>
                <a:spcPts val="0"/>
              </a:spcBef>
              <a:spcAft>
                <a:spcPts val="0"/>
              </a:spcAft>
              <a:buClr>
                <a:schemeClr val="lt1"/>
              </a:buClr>
              <a:buSzPts val="900"/>
              <a:buFont typeface="Red Hat Display"/>
              <a:buChar char="■"/>
              <a:defRPr/>
            </a:lvl3pPr>
            <a:lvl4pPr indent="-285750" lvl="3" marL="1828800">
              <a:spcBef>
                <a:spcPts val="0"/>
              </a:spcBef>
              <a:spcAft>
                <a:spcPts val="0"/>
              </a:spcAft>
              <a:buClr>
                <a:schemeClr val="lt1"/>
              </a:buClr>
              <a:buSzPts val="900"/>
              <a:buFont typeface="Red Hat Display"/>
              <a:buChar char="●"/>
              <a:defRPr/>
            </a:lvl4pPr>
            <a:lvl5pPr indent="-285750" lvl="4" marL="2286000">
              <a:spcBef>
                <a:spcPts val="0"/>
              </a:spcBef>
              <a:spcAft>
                <a:spcPts val="0"/>
              </a:spcAft>
              <a:buClr>
                <a:schemeClr val="lt1"/>
              </a:buClr>
              <a:buSzPts val="900"/>
              <a:buFont typeface="Red Hat Display"/>
              <a:buChar char="○"/>
              <a:defRPr/>
            </a:lvl5pPr>
            <a:lvl6pPr indent="-285750" lvl="5" marL="2743200">
              <a:spcBef>
                <a:spcPts val="0"/>
              </a:spcBef>
              <a:spcAft>
                <a:spcPts val="0"/>
              </a:spcAft>
              <a:buClr>
                <a:schemeClr val="lt1"/>
              </a:buClr>
              <a:buSzPts val="900"/>
              <a:buFont typeface="Red Hat Display"/>
              <a:buChar char="■"/>
              <a:defRPr/>
            </a:lvl6pPr>
            <a:lvl7pPr indent="-285750" lvl="6" marL="3200400">
              <a:spcBef>
                <a:spcPts val="0"/>
              </a:spcBef>
              <a:spcAft>
                <a:spcPts val="0"/>
              </a:spcAft>
              <a:buClr>
                <a:schemeClr val="lt1"/>
              </a:buClr>
              <a:buSzPts val="900"/>
              <a:buFont typeface="Red Hat Display"/>
              <a:buChar char="●"/>
              <a:defRPr/>
            </a:lvl7pPr>
            <a:lvl8pPr indent="-285750" lvl="7" marL="3657600">
              <a:spcBef>
                <a:spcPts val="0"/>
              </a:spcBef>
              <a:spcAft>
                <a:spcPts val="0"/>
              </a:spcAft>
              <a:buClr>
                <a:schemeClr val="lt1"/>
              </a:buClr>
              <a:buSzPts val="900"/>
              <a:buFont typeface="Red Hat Display"/>
              <a:buChar char="○"/>
              <a:defRPr/>
            </a:lvl8pPr>
            <a:lvl9pPr indent="-285750" lvl="8" marL="4114800">
              <a:spcBef>
                <a:spcPts val="0"/>
              </a:spcBef>
              <a:spcAft>
                <a:spcPts val="0"/>
              </a:spcAft>
              <a:buClr>
                <a:schemeClr val="lt1"/>
              </a:buClr>
              <a:buSzPts val="900"/>
              <a:buFont typeface="Red Hat Display"/>
              <a:buChar char="■"/>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eatures">
  <p:cSld name="BLANK_1_1_1_1_2">
    <p:spTree>
      <p:nvGrpSpPr>
        <p:cNvPr id="279" name="Shape 279"/>
        <p:cNvGrpSpPr/>
        <p:nvPr/>
      </p:nvGrpSpPr>
      <p:grpSpPr>
        <a:xfrm>
          <a:off x="0" y="0"/>
          <a:ext cx="0" cy="0"/>
          <a:chOff x="0" y="0"/>
          <a:chExt cx="0" cy="0"/>
        </a:xfrm>
      </p:grpSpPr>
      <p:sp>
        <p:nvSpPr>
          <p:cNvPr id="280" name="Google Shape;280;p22"/>
          <p:cNvSpPr txBox="1"/>
          <p:nvPr>
            <p:ph type="title"/>
          </p:nvPr>
        </p:nvSpPr>
        <p:spPr>
          <a:xfrm>
            <a:off x="228600" y="420017"/>
            <a:ext cx="64803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281" name="Google Shape;281;p22"/>
          <p:cNvSpPr/>
          <p:nvPr>
            <p:ph idx="2" type="pic"/>
          </p:nvPr>
        </p:nvSpPr>
        <p:spPr>
          <a:xfrm>
            <a:off x="1446025" y="1291825"/>
            <a:ext cx="1232400" cy="1283100"/>
          </a:xfrm>
          <a:prstGeom prst="snip1Rect">
            <a:avLst>
              <a:gd fmla="val 44296" name="adj"/>
            </a:avLst>
          </a:prstGeom>
          <a:noFill/>
          <a:ln>
            <a:noFill/>
          </a:ln>
        </p:spPr>
      </p:sp>
      <p:sp>
        <p:nvSpPr>
          <p:cNvPr id="282" name="Google Shape;282;p22"/>
          <p:cNvSpPr/>
          <p:nvPr>
            <p:ph idx="3" type="pic"/>
          </p:nvPr>
        </p:nvSpPr>
        <p:spPr>
          <a:xfrm>
            <a:off x="6526650" y="1291825"/>
            <a:ext cx="1232400" cy="1283100"/>
          </a:xfrm>
          <a:prstGeom prst="snip1Rect">
            <a:avLst>
              <a:gd fmla="val 44296" name="adj"/>
            </a:avLst>
          </a:prstGeom>
          <a:noFill/>
          <a:ln>
            <a:noFill/>
          </a:ln>
        </p:spPr>
      </p:sp>
      <p:sp>
        <p:nvSpPr>
          <p:cNvPr id="283" name="Google Shape;283;p22"/>
          <p:cNvSpPr/>
          <p:nvPr>
            <p:ph idx="4" type="pic"/>
          </p:nvPr>
        </p:nvSpPr>
        <p:spPr>
          <a:xfrm>
            <a:off x="3982125" y="2570200"/>
            <a:ext cx="1232400" cy="1292100"/>
          </a:xfrm>
          <a:prstGeom prst="snip1Rect">
            <a:avLst>
              <a:gd fmla="val 44296" name="adj"/>
            </a:avLst>
          </a:prstGeom>
          <a:noFill/>
          <a:ln>
            <a:noFill/>
          </a:ln>
        </p:spPr>
      </p:sp>
      <p:sp>
        <p:nvSpPr>
          <p:cNvPr id="284" name="Google Shape;284;p22"/>
          <p:cNvSpPr txBox="1"/>
          <p:nvPr>
            <p:ph idx="1" type="subTitle"/>
          </p:nvPr>
        </p:nvSpPr>
        <p:spPr>
          <a:xfrm>
            <a:off x="228477" y="2667425"/>
            <a:ext cx="1947300" cy="301500"/>
          </a:xfrm>
          <a:prstGeom prst="rect">
            <a:avLst/>
          </a:prstGeom>
        </p:spPr>
        <p:txBody>
          <a:bodyPr anchorCtr="0" anchor="b" bIns="0" lIns="0" spcFirstLastPara="1" rIns="91425" wrap="square" tIns="91425">
            <a:noAutofit/>
          </a:bodyPr>
          <a:lstStyle>
            <a:lvl1pPr lvl="0">
              <a:spcBef>
                <a:spcPts val="0"/>
              </a:spcBef>
              <a:spcAft>
                <a:spcPts val="0"/>
              </a:spcAft>
              <a:buClr>
                <a:schemeClr val="lt1"/>
              </a:buClr>
              <a:buSzPts val="1200"/>
              <a:buFont typeface="Red Hat Display"/>
              <a:buNone/>
              <a:defRPr b="1" sz="12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285" name="Google Shape;285;p22"/>
          <p:cNvSpPr txBox="1"/>
          <p:nvPr>
            <p:ph idx="5" type="subTitle"/>
          </p:nvPr>
        </p:nvSpPr>
        <p:spPr>
          <a:xfrm>
            <a:off x="228475" y="3167625"/>
            <a:ext cx="2195100" cy="690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900"/>
              <a:buFont typeface="Red Hat Display"/>
              <a:buNone/>
              <a:defRPr sz="900"/>
            </a:lvl2pPr>
            <a:lvl3pPr lvl="2">
              <a:spcBef>
                <a:spcPts val="0"/>
              </a:spcBef>
              <a:spcAft>
                <a:spcPts val="0"/>
              </a:spcAft>
              <a:buClr>
                <a:schemeClr val="lt1"/>
              </a:buClr>
              <a:buSzPts val="900"/>
              <a:buFont typeface="Red Hat Display"/>
              <a:buNone/>
              <a:defRPr sz="900"/>
            </a:lvl3pPr>
            <a:lvl4pPr lvl="3">
              <a:spcBef>
                <a:spcPts val="0"/>
              </a:spcBef>
              <a:spcAft>
                <a:spcPts val="0"/>
              </a:spcAft>
              <a:buClr>
                <a:schemeClr val="lt1"/>
              </a:buClr>
              <a:buSzPts val="900"/>
              <a:buFont typeface="Red Hat Display"/>
              <a:buNone/>
              <a:defRPr sz="900"/>
            </a:lvl4pPr>
            <a:lvl5pPr lvl="4">
              <a:spcBef>
                <a:spcPts val="0"/>
              </a:spcBef>
              <a:spcAft>
                <a:spcPts val="0"/>
              </a:spcAft>
              <a:buClr>
                <a:schemeClr val="lt1"/>
              </a:buClr>
              <a:buSzPts val="900"/>
              <a:buFont typeface="Red Hat Display"/>
              <a:buNone/>
              <a:defRPr sz="900"/>
            </a:lvl5pPr>
            <a:lvl6pPr lvl="5">
              <a:spcBef>
                <a:spcPts val="0"/>
              </a:spcBef>
              <a:spcAft>
                <a:spcPts val="0"/>
              </a:spcAft>
              <a:buClr>
                <a:schemeClr val="lt1"/>
              </a:buClr>
              <a:buSzPts val="900"/>
              <a:buFont typeface="Red Hat Display"/>
              <a:buNone/>
              <a:defRPr sz="900"/>
            </a:lvl6pPr>
            <a:lvl7pPr lvl="6">
              <a:spcBef>
                <a:spcPts val="0"/>
              </a:spcBef>
              <a:spcAft>
                <a:spcPts val="0"/>
              </a:spcAft>
              <a:buClr>
                <a:schemeClr val="lt1"/>
              </a:buClr>
              <a:buSzPts val="900"/>
              <a:buFont typeface="Red Hat Display"/>
              <a:buNone/>
              <a:defRPr sz="900"/>
            </a:lvl7pPr>
            <a:lvl8pPr lvl="7">
              <a:spcBef>
                <a:spcPts val="0"/>
              </a:spcBef>
              <a:spcAft>
                <a:spcPts val="0"/>
              </a:spcAft>
              <a:buClr>
                <a:schemeClr val="lt1"/>
              </a:buClr>
              <a:buSzPts val="900"/>
              <a:buFont typeface="Red Hat Display"/>
              <a:buNone/>
              <a:defRPr sz="900"/>
            </a:lvl8pPr>
            <a:lvl9pPr lvl="8">
              <a:spcBef>
                <a:spcPts val="0"/>
              </a:spcBef>
              <a:spcAft>
                <a:spcPts val="0"/>
              </a:spcAft>
              <a:buClr>
                <a:schemeClr val="lt1"/>
              </a:buClr>
              <a:buSzPts val="900"/>
              <a:buFont typeface="Red Hat Display"/>
              <a:buNone/>
              <a:defRPr sz="900"/>
            </a:lvl9pPr>
          </a:lstStyle>
          <a:p/>
        </p:txBody>
      </p:sp>
      <p:sp>
        <p:nvSpPr>
          <p:cNvPr id="286" name="Google Shape;286;p22"/>
          <p:cNvSpPr txBox="1"/>
          <p:nvPr>
            <p:ph idx="6" type="subTitle"/>
          </p:nvPr>
        </p:nvSpPr>
        <p:spPr>
          <a:xfrm>
            <a:off x="2833342" y="3971788"/>
            <a:ext cx="1947300" cy="301500"/>
          </a:xfrm>
          <a:prstGeom prst="rect">
            <a:avLst/>
          </a:prstGeom>
        </p:spPr>
        <p:txBody>
          <a:bodyPr anchorCtr="0" anchor="b" bIns="0" lIns="0" spcFirstLastPara="1" rIns="91425" wrap="square" tIns="91425">
            <a:noAutofit/>
          </a:bodyPr>
          <a:lstStyle>
            <a:lvl1pPr lvl="0">
              <a:spcBef>
                <a:spcPts val="0"/>
              </a:spcBef>
              <a:spcAft>
                <a:spcPts val="0"/>
              </a:spcAft>
              <a:buSzPts val="1200"/>
              <a:buNone/>
              <a:defRPr b="1" sz="1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7" name="Google Shape;287;p22"/>
          <p:cNvSpPr txBox="1"/>
          <p:nvPr>
            <p:ph idx="7" type="subTitle"/>
          </p:nvPr>
        </p:nvSpPr>
        <p:spPr>
          <a:xfrm>
            <a:off x="2833350" y="4471996"/>
            <a:ext cx="2195100" cy="440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900"/>
              <a:buFont typeface="Red Hat Display"/>
              <a:buNone/>
              <a:defRPr sz="900"/>
            </a:lvl2pPr>
            <a:lvl3pPr lvl="2">
              <a:spcBef>
                <a:spcPts val="0"/>
              </a:spcBef>
              <a:spcAft>
                <a:spcPts val="0"/>
              </a:spcAft>
              <a:buClr>
                <a:schemeClr val="lt1"/>
              </a:buClr>
              <a:buSzPts val="900"/>
              <a:buFont typeface="Red Hat Display"/>
              <a:buNone/>
              <a:defRPr sz="900"/>
            </a:lvl3pPr>
            <a:lvl4pPr lvl="3">
              <a:spcBef>
                <a:spcPts val="0"/>
              </a:spcBef>
              <a:spcAft>
                <a:spcPts val="0"/>
              </a:spcAft>
              <a:buClr>
                <a:schemeClr val="lt1"/>
              </a:buClr>
              <a:buSzPts val="900"/>
              <a:buFont typeface="Red Hat Display"/>
              <a:buNone/>
              <a:defRPr sz="900"/>
            </a:lvl4pPr>
            <a:lvl5pPr lvl="4">
              <a:spcBef>
                <a:spcPts val="0"/>
              </a:spcBef>
              <a:spcAft>
                <a:spcPts val="0"/>
              </a:spcAft>
              <a:buClr>
                <a:schemeClr val="lt1"/>
              </a:buClr>
              <a:buSzPts val="900"/>
              <a:buFont typeface="Red Hat Display"/>
              <a:buNone/>
              <a:defRPr sz="900"/>
            </a:lvl5pPr>
            <a:lvl6pPr lvl="5">
              <a:spcBef>
                <a:spcPts val="0"/>
              </a:spcBef>
              <a:spcAft>
                <a:spcPts val="0"/>
              </a:spcAft>
              <a:buClr>
                <a:schemeClr val="lt1"/>
              </a:buClr>
              <a:buSzPts val="900"/>
              <a:buFont typeface="Red Hat Display"/>
              <a:buNone/>
              <a:defRPr sz="900"/>
            </a:lvl6pPr>
            <a:lvl7pPr lvl="6">
              <a:spcBef>
                <a:spcPts val="0"/>
              </a:spcBef>
              <a:spcAft>
                <a:spcPts val="0"/>
              </a:spcAft>
              <a:buClr>
                <a:schemeClr val="lt1"/>
              </a:buClr>
              <a:buSzPts val="900"/>
              <a:buFont typeface="Red Hat Display"/>
              <a:buNone/>
              <a:defRPr sz="900"/>
            </a:lvl7pPr>
            <a:lvl8pPr lvl="7">
              <a:spcBef>
                <a:spcPts val="0"/>
              </a:spcBef>
              <a:spcAft>
                <a:spcPts val="0"/>
              </a:spcAft>
              <a:buClr>
                <a:schemeClr val="lt1"/>
              </a:buClr>
              <a:buSzPts val="900"/>
              <a:buFont typeface="Red Hat Display"/>
              <a:buNone/>
              <a:defRPr sz="900"/>
            </a:lvl8pPr>
            <a:lvl9pPr lvl="8">
              <a:spcBef>
                <a:spcPts val="0"/>
              </a:spcBef>
              <a:spcAft>
                <a:spcPts val="0"/>
              </a:spcAft>
              <a:buClr>
                <a:schemeClr val="lt1"/>
              </a:buClr>
              <a:buSzPts val="900"/>
              <a:buFont typeface="Red Hat Display"/>
              <a:buNone/>
              <a:defRPr sz="900"/>
            </a:lvl9pPr>
          </a:lstStyle>
          <a:p/>
        </p:txBody>
      </p:sp>
      <p:sp>
        <p:nvSpPr>
          <p:cNvPr id="288" name="Google Shape;288;p22"/>
          <p:cNvSpPr txBox="1"/>
          <p:nvPr>
            <p:ph idx="8" type="subTitle"/>
          </p:nvPr>
        </p:nvSpPr>
        <p:spPr>
          <a:xfrm>
            <a:off x="5382242" y="2686145"/>
            <a:ext cx="1947300" cy="301500"/>
          </a:xfrm>
          <a:prstGeom prst="rect">
            <a:avLst/>
          </a:prstGeom>
        </p:spPr>
        <p:txBody>
          <a:bodyPr anchorCtr="0" anchor="b" bIns="0" lIns="0" spcFirstLastPara="1" rIns="91425" wrap="square" tIns="91425">
            <a:noAutofit/>
          </a:bodyPr>
          <a:lstStyle>
            <a:lvl1pPr lvl="0">
              <a:spcBef>
                <a:spcPts val="0"/>
              </a:spcBef>
              <a:spcAft>
                <a:spcPts val="0"/>
              </a:spcAft>
              <a:buClr>
                <a:schemeClr val="lt1"/>
              </a:buClr>
              <a:buSzPts val="1200"/>
              <a:buFont typeface="Red Hat Display"/>
              <a:buNone/>
              <a:defRPr b="1" sz="12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289" name="Google Shape;289;p22"/>
          <p:cNvSpPr txBox="1"/>
          <p:nvPr>
            <p:ph idx="9" type="subTitle"/>
          </p:nvPr>
        </p:nvSpPr>
        <p:spPr>
          <a:xfrm>
            <a:off x="5382250" y="3186352"/>
            <a:ext cx="2195100" cy="440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900"/>
              <a:buFont typeface="Red Hat Display"/>
              <a:buNone/>
              <a:defRPr sz="900"/>
            </a:lvl2pPr>
            <a:lvl3pPr lvl="2">
              <a:spcBef>
                <a:spcPts val="0"/>
              </a:spcBef>
              <a:spcAft>
                <a:spcPts val="0"/>
              </a:spcAft>
              <a:buClr>
                <a:schemeClr val="lt1"/>
              </a:buClr>
              <a:buSzPts val="900"/>
              <a:buFont typeface="Red Hat Display"/>
              <a:buNone/>
              <a:defRPr sz="900"/>
            </a:lvl3pPr>
            <a:lvl4pPr lvl="3">
              <a:spcBef>
                <a:spcPts val="0"/>
              </a:spcBef>
              <a:spcAft>
                <a:spcPts val="0"/>
              </a:spcAft>
              <a:buClr>
                <a:schemeClr val="lt1"/>
              </a:buClr>
              <a:buSzPts val="900"/>
              <a:buFont typeface="Red Hat Display"/>
              <a:buNone/>
              <a:defRPr sz="900"/>
            </a:lvl4pPr>
            <a:lvl5pPr lvl="4">
              <a:spcBef>
                <a:spcPts val="0"/>
              </a:spcBef>
              <a:spcAft>
                <a:spcPts val="0"/>
              </a:spcAft>
              <a:buClr>
                <a:schemeClr val="lt1"/>
              </a:buClr>
              <a:buSzPts val="900"/>
              <a:buFont typeface="Red Hat Display"/>
              <a:buNone/>
              <a:defRPr sz="900"/>
            </a:lvl5pPr>
            <a:lvl6pPr lvl="5">
              <a:spcBef>
                <a:spcPts val="0"/>
              </a:spcBef>
              <a:spcAft>
                <a:spcPts val="0"/>
              </a:spcAft>
              <a:buClr>
                <a:schemeClr val="lt1"/>
              </a:buClr>
              <a:buSzPts val="900"/>
              <a:buFont typeface="Red Hat Display"/>
              <a:buNone/>
              <a:defRPr sz="900"/>
            </a:lvl6pPr>
            <a:lvl7pPr lvl="6">
              <a:spcBef>
                <a:spcPts val="0"/>
              </a:spcBef>
              <a:spcAft>
                <a:spcPts val="0"/>
              </a:spcAft>
              <a:buClr>
                <a:schemeClr val="lt1"/>
              </a:buClr>
              <a:buSzPts val="900"/>
              <a:buFont typeface="Red Hat Display"/>
              <a:buNone/>
              <a:defRPr sz="900"/>
            </a:lvl7pPr>
            <a:lvl8pPr lvl="7">
              <a:spcBef>
                <a:spcPts val="0"/>
              </a:spcBef>
              <a:spcAft>
                <a:spcPts val="0"/>
              </a:spcAft>
              <a:buClr>
                <a:schemeClr val="lt1"/>
              </a:buClr>
              <a:buSzPts val="900"/>
              <a:buFont typeface="Red Hat Display"/>
              <a:buNone/>
              <a:defRPr sz="900"/>
            </a:lvl8pPr>
            <a:lvl9pPr lvl="8">
              <a:spcBef>
                <a:spcPts val="0"/>
              </a:spcBef>
              <a:spcAft>
                <a:spcPts val="0"/>
              </a:spcAft>
              <a:buClr>
                <a:schemeClr val="lt1"/>
              </a:buClr>
              <a:buSzPts val="900"/>
              <a:buFont typeface="Red Hat Display"/>
              <a:buNone/>
              <a:defRPr sz="900"/>
            </a:lvl9pPr>
          </a:lstStyle>
          <a:p/>
        </p:txBody>
      </p:sp>
      <p:sp>
        <p:nvSpPr>
          <p:cNvPr id="290" name="Google Shape;290;p22"/>
          <p:cNvSpPr txBox="1"/>
          <p:nvPr>
            <p:ph idx="13" type="subTitle"/>
          </p:nvPr>
        </p:nvSpPr>
        <p:spPr>
          <a:xfrm>
            <a:off x="2418550" y="2576525"/>
            <a:ext cx="256500" cy="275700"/>
          </a:xfrm>
          <a:prstGeom prst="rect">
            <a:avLst/>
          </a:prstGeom>
        </p:spPr>
        <p:txBody>
          <a:bodyPr anchorCtr="0" anchor="t" bIns="0" lIns="0" spcFirstLastPara="1" rIns="0" wrap="square" tIns="0">
            <a:noAutofit/>
          </a:bodyPr>
          <a:lstStyle>
            <a:lvl1pPr lvl="0" algn="ctr">
              <a:spcBef>
                <a:spcPts val="0"/>
              </a:spcBef>
              <a:spcAft>
                <a:spcPts val="0"/>
              </a:spcAft>
              <a:buClr>
                <a:schemeClr val="dk1"/>
              </a:buClr>
              <a:buSzPts val="500"/>
              <a:buFont typeface="Red Hat Display Medium"/>
              <a:buNone/>
              <a:defRPr sz="500">
                <a:solidFill>
                  <a:schemeClr val="dk1"/>
                </a:solidFill>
                <a:latin typeface="Red Hat Display Medium"/>
                <a:ea typeface="Red Hat Display Medium"/>
                <a:cs typeface="Red Hat Display Medium"/>
                <a:sym typeface="Red Hat Display Medium"/>
              </a:defRPr>
            </a:lvl1pPr>
            <a:lvl2pPr lvl="1">
              <a:spcBef>
                <a:spcPts val="0"/>
              </a:spcBef>
              <a:spcAft>
                <a:spcPts val="0"/>
              </a:spcAft>
              <a:buClr>
                <a:schemeClr val="dk1"/>
              </a:buClr>
              <a:buSzPts val="1200"/>
              <a:buFont typeface="Red Hat Display"/>
              <a:buNone/>
              <a:defRPr sz="1200">
                <a:solidFill>
                  <a:schemeClr val="dk1"/>
                </a:solidFill>
              </a:defRPr>
            </a:lvl2pPr>
            <a:lvl3pPr lvl="2">
              <a:spcBef>
                <a:spcPts val="0"/>
              </a:spcBef>
              <a:spcAft>
                <a:spcPts val="0"/>
              </a:spcAft>
              <a:buClr>
                <a:schemeClr val="dk1"/>
              </a:buClr>
              <a:buSzPts val="1200"/>
              <a:buFont typeface="Red Hat Display"/>
              <a:buNone/>
              <a:defRPr sz="1200">
                <a:solidFill>
                  <a:schemeClr val="dk1"/>
                </a:solidFill>
              </a:defRPr>
            </a:lvl3pPr>
            <a:lvl4pPr lvl="3">
              <a:spcBef>
                <a:spcPts val="0"/>
              </a:spcBef>
              <a:spcAft>
                <a:spcPts val="0"/>
              </a:spcAft>
              <a:buClr>
                <a:schemeClr val="dk1"/>
              </a:buClr>
              <a:buSzPts val="1200"/>
              <a:buFont typeface="Red Hat Display"/>
              <a:buNone/>
              <a:defRPr sz="1200">
                <a:solidFill>
                  <a:schemeClr val="dk1"/>
                </a:solidFill>
              </a:defRPr>
            </a:lvl4pPr>
            <a:lvl5pPr lvl="4">
              <a:spcBef>
                <a:spcPts val="0"/>
              </a:spcBef>
              <a:spcAft>
                <a:spcPts val="0"/>
              </a:spcAft>
              <a:buClr>
                <a:schemeClr val="dk1"/>
              </a:buClr>
              <a:buSzPts val="1200"/>
              <a:buFont typeface="Red Hat Display"/>
              <a:buNone/>
              <a:defRPr sz="1200">
                <a:solidFill>
                  <a:schemeClr val="dk1"/>
                </a:solidFill>
              </a:defRPr>
            </a:lvl5pPr>
            <a:lvl6pPr lvl="5">
              <a:spcBef>
                <a:spcPts val="0"/>
              </a:spcBef>
              <a:spcAft>
                <a:spcPts val="0"/>
              </a:spcAft>
              <a:buClr>
                <a:schemeClr val="dk1"/>
              </a:buClr>
              <a:buSzPts val="1200"/>
              <a:buFont typeface="Red Hat Display"/>
              <a:buNone/>
              <a:defRPr sz="1200">
                <a:solidFill>
                  <a:schemeClr val="dk1"/>
                </a:solidFill>
              </a:defRPr>
            </a:lvl6pPr>
            <a:lvl7pPr lvl="6">
              <a:spcBef>
                <a:spcPts val="0"/>
              </a:spcBef>
              <a:spcAft>
                <a:spcPts val="0"/>
              </a:spcAft>
              <a:buClr>
                <a:schemeClr val="dk1"/>
              </a:buClr>
              <a:buSzPts val="1200"/>
              <a:buFont typeface="Red Hat Display"/>
              <a:buNone/>
              <a:defRPr sz="1200">
                <a:solidFill>
                  <a:schemeClr val="dk1"/>
                </a:solidFill>
              </a:defRPr>
            </a:lvl7pPr>
            <a:lvl8pPr lvl="7">
              <a:spcBef>
                <a:spcPts val="0"/>
              </a:spcBef>
              <a:spcAft>
                <a:spcPts val="0"/>
              </a:spcAft>
              <a:buClr>
                <a:schemeClr val="dk1"/>
              </a:buClr>
              <a:buSzPts val="1200"/>
              <a:buFont typeface="Red Hat Display"/>
              <a:buNone/>
              <a:defRPr sz="1200">
                <a:solidFill>
                  <a:schemeClr val="dk1"/>
                </a:solidFill>
              </a:defRPr>
            </a:lvl8pPr>
            <a:lvl9pPr lvl="8">
              <a:spcBef>
                <a:spcPts val="0"/>
              </a:spcBef>
              <a:spcAft>
                <a:spcPts val="0"/>
              </a:spcAft>
              <a:buClr>
                <a:schemeClr val="dk1"/>
              </a:buClr>
              <a:buSzPts val="1200"/>
              <a:buFont typeface="Red Hat Display"/>
              <a:buNone/>
              <a:defRPr sz="1200">
                <a:solidFill>
                  <a:schemeClr val="dk1"/>
                </a:solidFill>
              </a:defRPr>
            </a:lvl9pPr>
          </a:lstStyle>
          <a:p/>
        </p:txBody>
      </p:sp>
      <p:sp>
        <p:nvSpPr>
          <p:cNvPr id="291" name="Google Shape;291;p22"/>
          <p:cNvSpPr txBox="1"/>
          <p:nvPr>
            <p:ph idx="14" type="subTitle"/>
          </p:nvPr>
        </p:nvSpPr>
        <p:spPr>
          <a:xfrm>
            <a:off x="4958025" y="3866186"/>
            <a:ext cx="256500" cy="275700"/>
          </a:xfrm>
          <a:prstGeom prst="rect">
            <a:avLst/>
          </a:prstGeom>
        </p:spPr>
        <p:txBody>
          <a:bodyPr anchorCtr="0" anchor="t" bIns="0" lIns="0" spcFirstLastPara="1" rIns="0" wrap="square" tIns="0">
            <a:noAutofit/>
          </a:bodyPr>
          <a:lstStyle>
            <a:lvl1pPr lvl="0" algn="ctr">
              <a:spcBef>
                <a:spcPts val="0"/>
              </a:spcBef>
              <a:spcAft>
                <a:spcPts val="0"/>
              </a:spcAft>
              <a:buClr>
                <a:schemeClr val="dk1"/>
              </a:buClr>
              <a:buSzPts val="500"/>
              <a:buFont typeface="Red Hat Display Medium"/>
              <a:buNone/>
              <a:defRPr sz="500">
                <a:solidFill>
                  <a:schemeClr val="dk1"/>
                </a:solidFill>
                <a:latin typeface="Red Hat Display Medium"/>
                <a:ea typeface="Red Hat Display Medium"/>
                <a:cs typeface="Red Hat Display Medium"/>
                <a:sym typeface="Red Hat Display Medium"/>
              </a:defRPr>
            </a:lvl1pPr>
            <a:lvl2pPr lvl="1">
              <a:spcBef>
                <a:spcPts val="0"/>
              </a:spcBef>
              <a:spcAft>
                <a:spcPts val="0"/>
              </a:spcAft>
              <a:buClr>
                <a:schemeClr val="dk1"/>
              </a:buClr>
              <a:buSzPts val="1200"/>
              <a:buFont typeface="Red Hat Display"/>
              <a:buNone/>
              <a:defRPr sz="1200">
                <a:solidFill>
                  <a:schemeClr val="dk1"/>
                </a:solidFill>
              </a:defRPr>
            </a:lvl2pPr>
            <a:lvl3pPr lvl="2">
              <a:spcBef>
                <a:spcPts val="0"/>
              </a:spcBef>
              <a:spcAft>
                <a:spcPts val="0"/>
              </a:spcAft>
              <a:buClr>
                <a:schemeClr val="dk1"/>
              </a:buClr>
              <a:buSzPts val="1200"/>
              <a:buFont typeface="Red Hat Display"/>
              <a:buNone/>
              <a:defRPr sz="1200">
                <a:solidFill>
                  <a:schemeClr val="dk1"/>
                </a:solidFill>
              </a:defRPr>
            </a:lvl3pPr>
            <a:lvl4pPr lvl="3">
              <a:spcBef>
                <a:spcPts val="0"/>
              </a:spcBef>
              <a:spcAft>
                <a:spcPts val="0"/>
              </a:spcAft>
              <a:buClr>
                <a:schemeClr val="dk1"/>
              </a:buClr>
              <a:buSzPts val="1200"/>
              <a:buFont typeface="Red Hat Display"/>
              <a:buNone/>
              <a:defRPr sz="1200">
                <a:solidFill>
                  <a:schemeClr val="dk1"/>
                </a:solidFill>
              </a:defRPr>
            </a:lvl4pPr>
            <a:lvl5pPr lvl="4">
              <a:spcBef>
                <a:spcPts val="0"/>
              </a:spcBef>
              <a:spcAft>
                <a:spcPts val="0"/>
              </a:spcAft>
              <a:buClr>
                <a:schemeClr val="dk1"/>
              </a:buClr>
              <a:buSzPts val="1200"/>
              <a:buFont typeface="Red Hat Display"/>
              <a:buNone/>
              <a:defRPr sz="1200">
                <a:solidFill>
                  <a:schemeClr val="dk1"/>
                </a:solidFill>
              </a:defRPr>
            </a:lvl5pPr>
            <a:lvl6pPr lvl="5">
              <a:spcBef>
                <a:spcPts val="0"/>
              </a:spcBef>
              <a:spcAft>
                <a:spcPts val="0"/>
              </a:spcAft>
              <a:buClr>
                <a:schemeClr val="dk1"/>
              </a:buClr>
              <a:buSzPts val="1200"/>
              <a:buFont typeface="Red Hat Display"/>
              <a:buNone/>
              <a:defRPr sz="1200">
                <a:solidFill>
                  <a:schemeClr val="dk1"/>
                </a:solidFill>
              </a:defRPr>
            </a:lvl6pPr>
            <a:lvl7pPr lvl="6">
              <a:spcBef>
                <a:spcPts val="0"/>
              </a:spcBef>
              <a:spcAft>
                <a:spcPts val="0"/>
              </a:spcAft>
              <a:buClr>
                <a:schemeClr val="dk1"/>
              </a:buClr>
              <a:buSzPts val="1200"/>
              <a:buFont typeface="Red Hat Display"/>
              <a:buNone/>
              <a:defRPr sz="1200">
                <a:solidFill>
                  <a:schemeClr val="dk1"/>
                </a:solidFill>
              </a:defRPr>
            </a:lvl7pPr>
            <a:lvl8pPr lvl="7">
              <a:spcBef>
                <a:spcPts val="0"/>
              </a:spcBef>
              <a:spcAft>
                <a:spcPts val="0"/>
              </a:spcAft>
              <a:buClr>
                <a:schemeClr val="dk1"/>
              </a:buClr>
              <a:buSzPts val="1200"/>
              <a:buFont typeface="Red Hat Display"/>
              <a:buNone/>
              <a:defRPr sz="1200">
                <a:solidFill>
                  <a:schemeClr val="dk1"/>
                </a:solidFill>
              </a:defRPr>
            </a:lvl8pPr>
            <a:lvl9pPr lvl="8">
              <a:spcBef>
                <a:spcPts val="0"/>
              </a:spcBef>
              <a:spcAft>
                <a:spcPts val="0"/>
              </a:spcAft>
              <a:buClr>
                <a:schemeClr val="dk1"/>
              </a:buClr>
              <a:buSzPts val="1200"/>
              <a:buFont typeface="Red Hat Display"/>
              <a:buNone/>
              <a:defRPr sz="1200">
                <a:solidFill>
                  <a:schemeClr val="dk1"/>
                </a:solidFill>
              </a:defRPr>
            </a:lvl9pPr>
          </a:lstStyle>
          <a:p/>
        </p:txBody>
      </p:sp>
      <p:sp>
        <p:nvSpPr>
          <p:cNvPr id="292" name="Google Shape;292;p22"/>
          <p:cNvSpPr txBox="1"/>
          <p:nvPr>
            <p:ph idx="15" type="subTitle"/>
          </p:nvPr>
        </p:nvSpPr>
        <p:spPr>
          <a:xfrm>
            <a:off x="7502550" y="2578054"/>
            <a:ext cx="256500" cy="275700"/>
          </a:xfrm>
          <a:prstGeom prst="rect">
            <a:avLst/>
          </a:prstGeom>
        </p:spPr>
        <p:txBody>
          <a:bodyPr anchorCtr="0" anchor="t" bIns="0" lIns="0" spcFirstLastPara="1" rIns="0" wrap="square" tIns="0">
            <a:noAutofit/>
          </a:bodyPr>
          <a:lstStyle>
            <a:lvl1pPr lvl="0" algn="ctr">
              <a:spcBef>
                <a:spcPts val="0"/>
              </a:spcBef>
              <a:spcAft>
                <a:spcPts val="0"/>
              </a:spcAft>
              <a:buClr>
                <a:schemeClr val="dk1"/>
              </a:buClr>
              <a:buSzPts val="500"/>
              <a:buFont typeface="Red Hat Display Medium"/>
              <a:buNone/>
              <a:defRPr sz="500">
                <a:solidFill>
                  <a:schemeClr val="dk1"/>
                </a:solidFill>
                <a:latin typeface="Red Hat Display Medium"/>
                <a:ea typeface="Red Hat Display Medium"/>
                <a:cs typeface="Red Hat Display Medium"/>
                <a:sym typeface="Red Hat Display Medium"/>
              </a:defRPr>
            </a:lvl1pPr>
            <a:lvl2pPr lvl="1">
              <a:spcBef>
                <a:spcPts val="0"/>
              </a:spcBef>
              <a:spcAft>
                <a:spcPts val="0"/>
              </a:spcAft>
              <a:buClr>
                <a:schemeClr val="dk1"/>
              </a:buClr>
              <a:buSzPts val="1200"/>
              <a:buFont typeface="Red Hat Display"/>
              <a:buNone/>
              <a:defRPr sz="1200">
                <a:solidFill>
                  <a:schemeClr val="dk1"/>
                </a:solidFill>
              </a:defRPr>
            </a:lvl2pPr>
            <a:lvl3pPr lvl="2">
              <a:spcBef>
                <a:spcPts val="0"/>
              </a:spcBef>
              <a:spcAft>
                <a:spcPts val="0"/>
              </a:spcAft>
              <a:buClr>
                <a:schemeClr val="dk1"/>
              </a:buClr>
              <a:buSzPts val="1200"/>
              <a:buFont typeface="Red Hat Display"/>
              <a:buNone/>
              <a:defRPr sz="1200">
                <a:solidFill>
                  <a:schemeClr val="dk1"/>
                </a:solidFill>
              </a:defRPr>
            </a:lvl3pPr>
            <a:lvl4pPr lvl="3">
              <a:spcBef>
                <a:spcPts val="0"/>
              </a:spcBef>
              <a:spcAft>
                <a:spcPts val="0"/>
              </a:spcAft>
              <a:buClr>
                <a:schemeClr val="dk1"/>
              </a:buClr>
              <a:buSzPts val="1200"/>
              <a:buFont typeface="Red Hat Display"/>
              <a:buNone/>
              <a:defRPr sz="1200">
                <a:solidFill>
                  <a:schemeClr val="dk1"/>
                </a:solidFill>
              </a:defRPr>
            </a:lvl4pPr>
            <a:lvl5pPr lvl="4">
              <a:spcBef>
                <a:spcPts val="0"/>
              </a:spcBef>
              <a:spcAft>
                <a:spcPts val="0"/>
              </a:spcAft>
              <a:buClr>
                <a:schemeClr val="dk1"/>
              </a:buClr>
              <a:buSzPts val="1200"/>
              <a:buFont typeface="Red Hat Display"/>
              <a:buNone/>
              <a:defRPr sz="1200">
                <a:solidFill>
                  <a:schemeClr val="dk1"/>
                </a:solidFill>
              </a:defRPr>
            </a:lvl5pPr>
            <a:lvl6pPr lvl="5">
              <a:spcBef>
                <a:spcPts val="0"/>
              </a:spcBef>
              <a:spcAft>
                <a:spcPts val="0"/>
              </a:spcAft>
              <a:buClr>
                <a:schemeClr val="dk1"/>
              </a:buClr>
              <a:buSzPts val="1200"/>
              <a:buFont typeface="Red Hat Display"/>
              <a:buNone/>
              <a:defRPr sz="1200">
                <a:solidFill>
                  <a:schemeClr val="dk1"/>
                </a:solidFill>
              </a:defRPr>
            </a:lvl6pPr>
            <a:lvl7pPr lvl="6">
              <a:spcBef>
                <a:spcPts val="0"/>
              </a:spcBef>
              <a:spcAft>
                <a:spcPts val="0"/>
              </a:spcAft>
              <a:buClr>
                <a:schemeClr val="dk1"/>
              </a:buClr>
              <a:buSzPts val="1200"/>
              <a:buFont typeface="Red Hat Display"/>
              <a:buNone/>
              <a:defRPr sz="1200">
                <a:solidFill>
                  <a:schemeClr val="dk1"/>
                </a:solidFill>
              </a:defRPr>
            </a:lvl7pPr>
            <a:lvl8pPr lvl="7">
              <a:spcBef>
                <a:spcPts val="0"/>
              </a:spcBef>
              <a:spcAft>
                <a:spcPts val="0"/>
              </a:spcAft>
              <a:buClr>
                <a:schemeClr val="dk1"/>
              </a:buClr>
              <a:buSzPts val="1200"/>
              <a:buFont typeface="Red Hat Display"/>
              <a:buNone/>
              <a:defRPr sz="1200">
                <a:solidFill>
                  <a:schemeClr val="dk1"/>
                </a:solidFill>
              </a:defRPr>
            </a:lvl8pPr>
            <a:lvl9pPr lvl="8">
              <a:spcBef>
                <a:spcPts val="0"/>
              </a:spcBef>
              <a:spcAft>
                <a:spcPts val="0"/>
              </a:spcAft>
              <a:buClr>
                <a:schemeClr val="dk1"/>
              </a:buClr>
              <a:buSzPts val="1200"/>
              <a:buFont typeface="Red Hat Display"/>
              <a:buNone/>
              <a:defRPr sz="1200">
                <a:solidFill>
                  <a:schemeClr val="dk1"/>
                </a:solidFill>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ards">
  <p:cSld name="CUSTOM_2">
    <p:spTree>
      <p:nvGrpSpPr>
        <p:cNvPr id="293" name="Shape 293"/>
        <p:cNvGrpSpPr/>
        <p:nvPr/>
      </p:nvGrpSpPr>
      <p:grpSpPr>
        <a:xfrm>
          <a:off x="0" y="0"/>
          <a:ext cx="0" cy="0"/>
          <a:chOff x="0" y="0"/>
          <a:chExt cx="0" cy="0"/>
        </a:xfrm>
      </p:grpSpPr>
      <p:pic>
        <p:nvPicPr>
          <p:cNvPr id="294" name="Google Shape;294;p23"/>
          <p:cNvPicPr preferRelativeResize="0"/>
          <p:nvPr/>
        </p:nvPicPr>
        <p:blipFill rotWithShape="1">
          <a:blip r:embed="rId2">
            <a:alphaModFix/>
          </a:blip>
          <a:srcRect b="7467" l="0" r="17931" t="6703"/>
          <a:stretch/>
        </p:blipFill>
        <p:spPr>
          <a:xfrm>
            <a:off x="5425450" y="0"/>
            <a:ext cx="3718549" cy="4097924"/>
          </a:xfrm>
          <a:prstGeom prst="rect">
            <a:avLst/>
          </a:prstGeom>
          <a:noFill/>
          <a:ln>
            <a:noFill/>
          </a:ln>
        </p:spPr>
      </p:pic>
      <p:sp>
        <p:nvSpPr>
          <p:cNvPr id="295" name="Google Shape;295;p23"/>
          <p:cNvSpPr txBox="1"/>
          <p:nvPr>
            <p:ph type="title"/>
          </p:nvPr>
        </p:nvSpPr>
        <p:spPr>
          <a:xfrm>
            <a:off x="228600" y="420017"/>
            <a:ext cx="64803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296" name="Google Shape;296;p23"/>
          <p:cNvSpPr txBox="1"/>
          <p:nvPr>
            <p:ph idx="1" type="subTitle"/>
          </p:nvPr>
        </p:nvSpPr>
        <p:spPr>
          <a:xfrm>
            <a:off x="540525" y="1771575"/>
            <a:ext cx="2325000" cy="587700"/>
          </a:xfrm>
          <a:prstGeom prst="rect">
            <a:avLst/>
          </a:prstGeom>
        </p:spPr>
        <p:txBody>
          <a:bodyPr anchorCtr="0" anchor="t" bIns="91425" lIns="0" spcFirstLastPara="1" rIns="91425" wrap="square" tIns="0">
            <a:noAutofit/>
          </a:bodyPr>
          <a:lstStyle>
            <a:lvl1pPr lvl="0">
              <a:lnSpc>
                <a:spcPct val="115000"/>
              </a:lnSpc>
              <a:spcBef>
                <a:spcPts val="0"/>
              </a:spcBef>
              <a:spcAft>
                <a:spcPts val="0"/>
              </a:spcAft>
              <a:buClr>
                <a:schemeClr val="lt1"/>
              </a:buClr>
              <a:buSzPts val="1000"/>
              <a:buFont typeface="Red Hat Display"/>
              <a:buNone/>
              <a:defRPr sz="1000"/>
            </a:lvl1pPr>
            <a:lvl2pPr lvl="1">
              <a:lnSpc>
                <a:spcPct val="115000"/>
              </a:lnSpc>
              <a:spcBef>
                <a:spcPts val="0"/>
              </a:spcBef>
              <a:spcAft>
                <a:spcPts val="0"/>
              </a:spcAft>
              <a:buClr>
                <a:schemeClr val="lt1"/>
              </a:buClr>
              <a:buSzPts val="1200"/>
              <a:buFont typeface="Red Hat Display"/>
              <a:buNone/>
              <a:defRPr sz="1200"/>
            </a:lvl2pPr>
            <a:lvl3pPr lvl="2">
              <a:lnSpc>
                <a:spcPct val="115000"/>
              </a:lnSpc>
              <a:spcBef>
                <a:spcPts val="0"/>
              </a:spcBef>
              <a:spcAft>
                <a:spcPts val="0"/>
              </a:spcAft>
              <a:buClr>
                <a:schemeClr val="lt1"/>
              </a:buClr>
              <a:buSzPts val="1200"/>
              <a:buFont typeface="Red Hat Display"/>
              <a:buNone/>
              <a:defRPr sz="1200"/>
            </a:lvl3pPr>
            <a:lvl4pPr lvl="3">
              <a:lnSpc>
                <a:spcPct val="115000"/>
              </a:lnSpc>
              <a:spcBef>
                <a:spcPts val="0"/>
              </a:spcBef>
              <a:spcAft>
                <a:spcPts val="0"/>
              </a:spcAft>
              <a:buClr>
                <a:schemeClr val="lt1"/>
              </a:buClr>
              <a:buSzPts val="1200"/>
              <a:buFont typeface="Red Hat Display"/>
              <a:buNone/>
              <a:defRPr sz="1200"/>
            </a:lvl4pPr>
            <a:lvl5pPr lvl="4">
              <a:lnSpc>
                <a:spcPct val="115000"/>
              </a:lnSpc>
              <a:spcBef>
                <a:spcPts val="0"/>
              </a:spcBef>
              <a:spcAft>
                <a:spcPts val="0"/>
              </a:spcAft>
              <a:buClr>
                <a:schemeClr val="lt1"/>
              </a:buClr>
              <a:buSzPts val="1200"/>
              <a:buFont typeface="Red Hat Display"/>
              <a:buNone/>
              <a:defRPr sz="1200"/>
            </a:lvl5pPr>
            <a:lvl6pPr lvl="5">
              <a:lnSpc>
                <a:spcPct val="115000"/>
              </a:lnSpc>
              <a:spcBef>
                <a:spcPts val="0"/>
              </a:spcBef>
              <a:spcAft>
                <a:spcPts val="0"/>
              </a:spcAft>
              <a:buClr>
                <a:schemeClr val="lt1"/>
              </a:buClr>
              <a:buSzPts val="1200"/>
              <a:buFont typeface="Red Hat Display"/>
              <a:buNone/>
              <a:defRPr sz="1200"/>
            </a:lvl6pPr>
            <a:lvl7pPr lvl="6">
              <a:lnSpc>
                <a:spcPct val="115000"/>
              </a:lnSpc>
              <a:spcBef>
                <a:spcPts val="0"/>
              </a:spcBef>
              <a:spcAft>
                <a:spcPts val="0"/>
              </a:spcAft>
              <a:buClr>
                <a:schemeClr val="lt1"/>
              </a:buClr>
              <a:buSzPts val="1200"/>
              <a:buFont typeface="Red Hat Display"/>
              <a:buNone/>
              <a:defRPr sz="1200"/>
            </a:lvl7pPr>
            <a:lvl8pPr lvl="7">
              <a:lnSpc>
                <a:spcPct val="115000"/>
              </a:lnSpc>
              <a:spcBef>
                <a:spcPts val="0"/>
              </a:spcBef>
              <a:spcAft>
                <a:spcPts val="0"/>
              </a:spcAft>
              <a:buClr>
                <a:schemeClr val="lt1"/>
              </a:buClr>
              <a:buSzPts val="1200"/>
              <a:buFont typeface="Red Hat Display"/>
              <a:buNone/>
              <a:defRPr sz="1200"/>
            </a:lvl8pPr>
            <a:lvl9pPr lvl="8">
              <a:lnSpc>
                <a:spcPct val="115000"/>
              </a:lnSpc>
              <a:spcBef>
                <a:spcPts val="0"/>
              </a:spcBef>
              <a:spcAft>
                <a:spcPts val="0"/>
              </a:spcAft>
              <a:buClr>
                <a:schemeClr val="lt1"/>
              </a:buClr>
              <a:buSzPts val="1200"/>
              <a:buFont typeface="Red Hat Display"/>
              <a:buNone/>
              <a:defRPr sz="1200"/>
            </a:lvl9pPr>
          </a:lstStyle>
          <a:p/>
        </p:txBody>
      </p:sp>
      <p:sp>
        <p:nvSpPr>
          <p:cNvPr id="297" name="Google Shape;297;p23"/>
          <p:cNvSpPr txBox="1"/>
          <p:nvPr>
            <p:ph idx="2" type="subTitle"/>
          </p:nvPr>
        </p:nvSpPr>
        <p:spPr>
          <a:xfrm>
            <a:off x="540525" y="2628017"/>
            <a:ext cx="21990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298" name="Google Shape;298;p23"/>
          <p:cNvSpPr txBox="1"/>
          <p:nvPr>
            <p:ph idx="3" type="subTitle"/>
          </p:nvPr>
        </p:nvSpPr>
        <p:spPr>
          <a:xfrm>
            <a:off x="3466575" y="1771575"/>
            <a:ext cx="2325000" cy="587700"/>
          </a:xfrm>
          <a:prstGeom prst="rect">
            <a:avLst/>
          </a:prstGeom>
        </p:spPr>
        <p:txBody>
          <a:bodyPr anchorCtr="0" anchor="t" bIns="91425" lIns="0" spcFirstLastPara="1" rIns="91425" wrap="square" tIns="0">
            <a:noAutofit/>
          </a:bodyPr>
          <a:lstStyle>
            <a:lvl1pPr lvl="0">
              <a:lnSpc>
                <a:spcPct val="115000"/>
              </a:lnSpc>
              <a:spcBef>
                <a:spcPts val="0"/>
              </a:spcBef>
              <a:spcAft>
                <a:spcPts val="0"/>
              </a:spcAft>
              <a:buSzPts val="1000"/>
              <a:buFont typeface="Red Hat Display"/>
              <a:buNone/>
              <a:defRPr sz="1000"/>
            </a:lvl1pPr>
            <a:lvl2pPr lvl="1">
              <a:lnSpc>
                <a:spcPct val="115000"/>
              </a:lnSpc>
              <a:spcBef>
                <a:spcPts val="0"/>
              </a:spcBef>
              <a:spcAft>
                <a:spcPts val="0"/>
              </a:spcAft>
              <a:buSzPts val="1200"/>
              <a:buFont typeface="Red Hat Display"/>
              <a:buNone/>
              <a:defRPr sz="1200"/>
            </a:lvl2pPr>
            <a:lvl3pPr lvl="2">
              <a:lnSpc>
                <a:spcPct val="115000"/>
              </a:lnSpc>
              <a:spcBef>
                <a:spcPts val="0"/>
              </a:spcBef>
              <a:spcAft>
                <a:spcPts val="0"/>
              </a:spcAft>
              <a:buSzPts val="1200"/>
              <a:buFont typeface="Red Hat Display"/>
              <a:buNone/>
              <a:defRPr sz="1200"/>
            </a:lvl3pPr>
            <a:lvl4pPr lvl="3">
              <a:lnSpc>
                <a:spcPct val="115000"/>
              </a:lnSpc>
              <a:spcBef>
                <a:spcPts val="0"/>
              </a:spcBef>
              <a:spcAft>
                <a:spcPts val="0"/>
              </a:spcAft>
              <a:buSzPts val="1200"/>
              <a:buFont typeface="Red Hat Display"/>
              <a:buNone/>
              <a:defRPr sz="1200"/>
            </a:lvl4pPr>
            <a:lvl5pPr lvl="4">
              <a:lnSpc>
                <a:spcPct val="115000"/>
              </a:lnSpc>
              <a:spcBef>
                <a:spcPts val="0"/>
              </a:spcBef>
              <a:spcAft>
                <a:spcPts val="0"/>
              </a:spcAft>
              <a:buSzPts val="1200"/>
              <a:buFont typeface="Red Hat Display"/>
              <a:buNone/>
              <a:defRPr sz="1200"/>
            </a:lvl5pPr>
            <a:lvl6pPr lvl="5">
              <a:lnSpc>
                <a:spcPct val="115000"/>
              </a:lnSpc>
              <a:spcBef>
                <a:spcPts val="0"/>
              </a:spcBef>
              <a:spcAft>
                <a:spcPts val="0"/>
              </a:spcAft>
              <a:buSzPts val="1200"/>
              <a:buFont typeface="Red Hat Display"/>
              <a:buNone/>
              <a:defRPr sz="1200"/>
            </a:lvl6pPr>
            <a:lvl7pPr lvl="6">
              <a:lnSpc>
                <a:spcPct val="115000"/>
              </a:lnSpc>
              <a:spcBef>
                <a:spcPts val="0"/>
              </a:spcBef>
              <a:spcAft>
                <a:spcPts val="0"/>
              </a:spcAft>
              <a:buSzPts val="1200"/>
              <a:buFont typeface="Red Hat Display"/>
              <a:buNone/>
              <a:defRPr sz="1200"/>
            </a:lvl7pPr>
            <a:lvl8pPr lvl="7">
              <a:lnSpc>
                <a:spcPct val="115000"/>
              </a:lnSpc>
              <a:spcBef>
                <a:spcPts val="0"/>
              </a:spcBef>
              <a:spcAft>
                <a:spcPts val="0"/>
              </a:spcAft>
              <a:buSzPts val="1200"/>
              <a:buFont typeface="Red Hat Display"/>
              <a:buNone/>
              <a:defRPr sz="1200"/>
            </a:lvl8pPr>
            <a:lvl9pPr lvl="8">
              <a:lnSpc>
                <a:spcPct val="115000"/>
              </a:lnSpc>
              <a:spcBef>
                <a:spcPts val="0"/>
              </a:spcBef>
              <a:spcAft>
                <a:spcPts val="0"/>
              </a:spcAft>
              <a:buSzPts val="1200"/>
              <a:buFont typeface="Red Hat Display"/>
              <a:buNone/>
              <a:defRPr sz="1200"/>
            </a:lvl9pPr>
          </a:lstStyle>
          <a:p/>
        </p:txBody>
      </p:sp>
      <p:sp>
        <p:nvSpPr>
          <p:cNvPr id="299" name="Google Shape;299;p23"/>
          <p:cNvSpPr txBox="1"/>
          <p:nvPr>
            <p:ph idx="4" type="subTitle"/>
          </p:nvPr>
        </p:nvSpPr>
        <p:spPr>
          <a:xfrm>
            <a:off x="3466575" y="2628017"/>
            <a:ext cx="21990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300" name="Google Shape;300;p23"/>
          <p:cNvSpPr txBox="1"/>
          <p:nvPr>
            <p:ph idx="5" type="subTitle"/>
          </p:nvPr>
        </p:nvSpPr>
        <p:spPr>
          <a:xfrm>
            <a:off x="6392625" y="1771575"/>
            <a:ext cx="2325000" cy="587700"/>
          </a:xfrm>
          <a:prstGeom prst="rect">
            <a:avLst/>
          </a:prstGeom>
        </p:spPr>
        <p:txBody>
          <a:bodyPr anchorCtr="0" anchor="t" bIns="91425" lIns="0" spcFirstLastPara="1" rIns="91425" wrap="square" tIns="0">
            <a:noAutofit/>
          </a:bodyPr>
          <a:lstStyle>
            <a:lvl1pPr lvl="0">
              <a:lnSpc>
                <a:spcPct val="115000"/>
              </a:lnSpc>
              <a:spcBef>
                <a:spcPts val="0"/>
              </a:spcBef>
              <a:spcAft>
                <a:spcPts val="0"/>
              </a:spcAft>
              <a:buClr>
                <a:schemeClr val="lt1"/>
              </a:buClr>
              <a:buSzPts val="1000"/>
              <a:buFont typeface="Red Hat Display"/>
              <a:buNone/>
              <a:defRPr sz="1000"/>
            </a:lvl1pPr>
            <a:lvl2pPr lvl="1">
              <a:lnSpc>
                <a:spcPct val="115000"/>
              </a:lnSpc>
              <a:spcBef>
                <a:spcPts val="0"/>
              </a:spcBef>
              <a:spcAft>
                <a:spcPts val="0"/>
              </a:spcAft>
              <a:buClr>
                <a:schemeClr val="lt1"/>
              </a:buClr>
              <a:buSzPts val="1200"/>
              <a:buFont typeface="Red Hat Display"/>
              <a:buNone/>
              <a:defRPr sz="1200"/>
            </a:lvl2pPr>
            <a:lvl3pPr lvl="2">
              <a:lnSpc>
                <a:spcPct val="115000"/>
              </a:lnSpc>
              <a:spcBef>
                <a:spcPts val="0"/>
              </a:spcBef>
              <a:spcAft>
                <a:spcPts val="0"/>
              </a:spcAft>
              <a:buClr>
                <a:schemeClr val="lt1"/>
              </a:buClr>
              <a:buSzPts val="1200"/>
              <a:buFont typeface="Red Hat Display"/>
              <a:buNone/>
              <a:defRPr sz="1200"/>
            </a:lvl3pPr>
            <a:lvl4pPr lvl="3">
              <a:lnSpc>
                <a:spcPct val="115000"/>
              </a:lnSpc>
              <a:spcBef>
                <a:spcPts val="0"/>
              </a:spcBef>
              <a:spcAft>
                <a:spcPts val="0"/>
              </a:spcAft>
              <a:buClr>
                <a:schemeClr val="lt1"/>
              </a:buClr>
              <a:buSzPts val="1200"/>
              <a:buFont typeface="Red Hat Display"/>
              <a:buNone/>
              <a:defRPr sz="1200"/>
            </a:lvl4pPr>
            <a:lvl5pPr lvl="4">
              <a:lnSpc>
                <a:spcPct val="115000"/>
              </a:lnSpc>
              <a:spcBef>
                <a:spcPts val="0"/>
              </a:spcBef>
              <a:spcAft>
                <a:spcPts val="0"/>
              </a:spcAft>
              <a:buClr>
                <a:schemeClr val="lt1"/>
              </a:buClr>
              <a:buSzPts val="1200"/>
              <a:buFont typeface="Red Hat Display"/>
              <a:buNone/>
              <a:defRPr sz="1200"/>
            </a:lvl5pPr>
            <a:lvl6pPr lvl="5">
              <a:lnSpc>
                <a:spcPct val="115000"/>
              </a:lnSpc>
              <a:spcBef>
                <a:spcPts val="0"/>
              </a:spcBef>
              <a:spcAft>
                <a:spcPts val="0"/>
              </a:spcAft>
              <a:buClr>
                <a:schemeClr val="lt1"/>
              </a:buClr>
              <a:buSzPts val="1200"/>
              <a:buFont typeface="Red Hat Display"/>
              <a:buNone/>
              <a:defRPr sz="1200"/>
            </a:lvl6pPr>
            <a:lvl7pPr lvl="6">
              <a:lnSpc>
                <a:spcPct val="115000"/>
              </a:lnSpc>
              <a:spcBef>
                <a:spcPts val="0"/>
              </a:spcBef>
              <a:spcAft>
                <a:spcPts val="0"/>
              </a:spcAft>
              <a:buClr>
                <a:schemeClr val="lt1"/>
              </a:buClr>
              <a:buSzPts val="1200"/>
              <a:buFont typeface="Red Hat Display"/>
              <a:buNone/>
              <a:defRPr sz="1200"/>
            </a:lvl7pPr>
            <a:lvl8pPr lvl="7">
              <a:lnSpc>
                <a:spcPct val="115000"/>
              </a:lnSpc>
              <a:spcBef>
                <a:spcPts val="0"/>
              </a:spcBef>
              <a:spcAft>
                <a:spcPts val="0"/>
              </a:spcAft>
              <a:buClr>
                <a:schemeClr val="lt1"/>
              </a:buClr>
              <a:buSzPts val="1200"/>
              <a:buFont typeface="Red Hat Display"/>
              <a:buNone/>
              <a:defRPr sz="1200"/>
            </a:lvl8pPr>
            <a:lvl9pPr lvl="8">
              <a:lnSpc>
                <a:spcPct val="115000"/>
              </a:lnSpc>
              <a:spcBef>
                <a:spcPts val="0"/>
              </a:spcBef>
              <a:spcAft>
                <a:spcPts val="0"/>
              </a:spcAft>
              <a:buClr>
                <a:schemeClr val="lt1"/>
              </a:buClr>
              <a:buSzPts val="1200"/>
              <a:buFont typeface="Red Hat Display"/>
              <a:buNone/>
              <a:defRPr sz="1200"/>
            </a:lvl9pPr>
          </a:lstStyle>
          <a:p/>
        </p:txBody>
      </p:sp>
      <p:sp>
        <p:nvSpPr>
          <p:cNvPr id="301" name="Google Shape;301;p23"/>
          <p:cNvSpPr txBox="1"/>
          <p:nvPr>
            <p:ph idx="6" type="subTitle"/>
          </p:nvPr>
        </p:nvSpPr>
        <p:spPr>
          <a:xfrm>
            <a:off x="6392625" y="2628017"/>
            <a:ext cx="21990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w/ 3 ideas">
  <p:cSld name="CUSTOM_3">
    <p:spTree>
      <p:nvGrpSpPr>
        <p:cNvPr id="302" name="Shape 302"/>
        <p:cNvGrpSpPr/>
        <p:nvPr/>
      </p:nvGrpSpPr>
      <p:grpSpPr>
        <a:xfrm>
          <a:off x="0" y="0"/>
          <a:ext cx="0" cy="0"/>
          <a:chOff x="0" y="0"/>
          <a:chExt cx="0" cy="0"/>
        </a:xfrm>
      </p:grpSpPr>
      <p:pic>
        <p:nvPicPr>
          <p:cNvPr id="303" name="Google Shape;303;p24"/>
          <p:cNvPicPr preferRelativeResize="0"/>
          <p:nvPr/>
        </p:nvPicPr>
        <p:blipFill rotWithShape="1">
          <a:blip r:embed="rId2">
            <a:alphaModFix/>
          </a:blip>
          <a:srcRect b="15068" l="14900" r="18070" t="15235"/>
          <a:stretch/>
        </p:blipFill>
        <p:spPr>
          <a:xfrm>
            <a:off x="2750850" y="1538351"/>
            <a:ext cx="1791900" cy="2175997"/>
          </a:xfrm>
          <a:prstGeom prst="rect">
            <a:avLst/>
          </a:prstGeom>
          <a:noFill/>
          <a:ln>
            <a:noFill/>
          </a:ln>
        </p:spPr>
      </p:pic>
      <p:sp>
        <p:nvSpPr>
          <p:cNvPr id="304" name="Google Shape;304;p24"/>
          <p:cNvSpPr/>
          <p:nvPr/>
        </p:nvSpPr>
        <p:spPr>
          <a:xfrm rot="10800000">
            <a:off x="2020350" y="3151875"/>
            <a:ext cx="2509500" cy="1216800"/>
          </a:xfrm>
          <a:prstGeom prst="roundRect">
            <a:avLst>
              <a:gd fmla="val 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700">
              <a:solidFill>
                <a:schemeClr val="lt1"/>
              </a:solidFill>
              <a:latin typeface="Red Hat Display"/>
              <a:ea typeface="Red Hat Display"/>
              <a:cs typeface="Red Hat Display"/>
              <a:sym typeface="Red Hat Display"/>
            </a:endParaRPr>
          </a:p>
        </p:txBody>
      </p:sp>
      <p:sp>
        <p:nvSpPr>
          <p:cNvPr id="305" name="Google Shape;305;p24"/>
          <p:cNvSpPr txBox="1"/>
          <p:nvPr>
            <p:ph type="title"/>
          </p:nvPr>
        </p:nvSpPr>
        <p:spPr>
          <a:xfrm>
            <a:off x="228600" y="420025"/>
            <a:ext cx="42963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306" name="Google Shape;306;p24"/>
          <p:cNvSpPr/>
          <p:nvPr>
            <p:ph idx="2" type="pic"/>
          </p:nvPr>
        </p:nvSpPr>
        <p:spPr>
          <a:xfrm>
            <a:off x="228425" y="2450950"/>
            <a:ext cx="1791900" cy="1917600"/>
          </a:xfrm>
          <a:prstGeom prst="rect">
            <a:avLst/>
          </a:prstGeom>
          <a:noFill/>
          <a:ln>
            <a:noFill/>
          </a:ln>
        </p:spPr>
      </p:sp>
      <p:sp>
        <p:nvSpPr>
          <p:cNvPr id="307" name="Google Shape;307;p24"/>
          <p:cNvSpPr txBox="1"/>
          <p:nvPr>
            <p:ph idx="1" type="subTitle"/>
          </p:nvPr>
        </p:nvSpPr>
        <p:spPr>
          <a:xfrm>
            <a:off x="2150204" y="3212736"/>
            <a:ext cx="16365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200"/>
              <a:buNone/>
              <a:defRPr b="1" sz="1200">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308" name="Google Shape;308;p24"/>
          <p:cNvSpPr txBox="1"/>
          <p:nvPr>
            <p:ph idx="3" type="subTitle"/>
          </p:nvPr>
        </p:nvSpPr>
        <p:spPr>
          <a:xfrm>
            <a:off x="2150200" y="3668125"/>
            <a:ext cx="22611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000"/>
              <a:buFont typeface="Red Hat Display"/>
              <a:buNone/>
              <a:defRPr sz="1000"/>
            </a:lvl2pPr>
            <a:lvl3pPr lvl="2">
              <a:spcBef>
                <a:spcPts val="0"/>
              </a:spcBef>
              <a:spcAft>
                <a:spcPts val="0"/>
              </a:spcAft>
              <a:buClr>
                <a:schemeClr val="lt1"/>
              </a:buClr>
              <a:buSzPts val="1000"/>
              <a:buFont typeface="Red Hat Display"/>
              <a:buNone/>
              <a:defRPr sz="1000"/>
            </a:lvl3pPr>
            <a:lvl4pPr lvl="3">
              <a:spcBef>
                <a:spcPts val="0"/>
              </a:spcBef>
              <a:spcAft>
                <a:spcPts val="0"/>
              </a:spcAft>
              <a:buClr>
                <a:schemeClr val="lt1"/>
              </a:buClr>
              <a:buSzPts val="1000"/>
              <a:buFont typeface="Red Hat Display"/>
              <a:buNone/>
              <a:defRPr sz="1000"/>
            </a:lvl4pPr>
            <a:lvl5pPr lvl="4">
              <a:spcBef>
                <a:spcPts val="0"/>
              </a:spcBef>
              <a:spcAft>
                <a:spcPts val="0"/>
              </a:spcAft>
              <a:buClr>
                <a:schemeClr val="lt1"/>
              </a:buClr>
              <a:buSzPts val="1000"/>
              <a:buFont typeface="Red Hat Display"/>
              <a:buNone/>
              <a:defRPr sz="1000"/>
            </a:lvl5pPr>
            <a:lvl6pPr lvl="5">
              <a:spcBef>
                <a:spcPts val="0"/>
              </a:spcBef>
              <a:spcAft>
                <a:spcPts val="0"/>
              </a:spcAft>
              <a:buClr>
                <a:schemeClr val="lt1"/>
              </a:buClr>
              <a:buSzPts val="1000"/>
              <a:buFont typeface="Red Hat Display"/>
              <a:buNone/>
              <a:defRPr sz="1000"/>
            </a:lvl6pPr>
            <a:lvl7pPr lvl="6">
              <a:spcBef>
                <a:spcPts val="0"/>
              </a:spcBef>
              <a:spcAft>
                <a:spcPts val="0"/>
              </a:spcAft>
              <a:buClr>
                <a:schemeClr val="lt1"/>
              </a:buClr>
              <a:buSzPts val="1000"/>
              <a:buFont typeface="Red Hat Display"/>
              <a:buNone/>
              <a:defRPr sz="1000"/>
            </a:lvl7pPr>
            <a:lvl8pPr lvl="7">
              <a:spcBef>
                <a:spcPts val="0"/>
              </a:spcBef>
              <a:spcAft>
                <a:spcPts val="0"/>
              </a:spcAft>
              <a:buClr>
                <a:schemeClr val="lt1"/>
              </a:buClr>
              <a:buSzPts val="1000"/>
              <a:buFont typeface="Red Hat Display"/>
              <a:buNone/>
              <a:defRPr sz="1000"/>
            </a:lvl8pPr>
            <a:lvl9pPr lvl="8">
              <a:spcBef>
                <a:spcPts val="0"/>
              </a:spcBef>
              <a:spcAft>
                <a:spcPts val="0"/>
              </a:spcAft>
              <a:buClr>
                <a:schemeClr val="lt1"/>
              </a:buClr>
              <a:buSzPts val="1000"/>
              <a:buFont typeface="Red Hat Display"/>
              <a:buNone/>
              <a:defRPr sz="1000"/>
            </a:lvl9pPr>
          </a:lstStyle>
          <a:p/>
        </p:txBody>
      </p:sp>
      <p:sp>
        <p:nvSpPr>
          <p:cNvPr id="309" name="Google Shape;309;p24"/>
          <p:cNvSpPr txBox="1"/>
          <p:nvPr>
            <p:ph idx="4" type="subTitle"/>
          </p:nvPr>
        </p:nvSpPr>
        <p:spPr>
          <a:xfrm>
            <a:off x="6122828" y="399200"/>
            <a:ext cx="2792700" cy="301500"/>
          </a:xfrm>
          <a:prstGeom prst="rect">
            <a:avLst/>
          </a:prstGeom>
        </p:spPr>
        <p:txBody>
          <a:bodyPr anchorCtr="0" anchor="b" bIns="0" lIns="0" spcFirstLastPara="1" rIns="91425" wrap="square" tIns="91425">
            <a:noAutofit/>
          </a:bodyPr>
          <a:lstStyle>
            <a:lvl1pPr lvl="0">
              <a:spcBef>
                <a:spcPts val="0"/>
              </a:spcBef>
              <a:spcAft>
                <a:spcPts val="0"/>
              </a:spcAft>
              <a:buClr>
                <a:schemeClr val="lt1"/>
              </a:buClr>
              <a:buSzPts val="1000"/>
              <a:buFont typeface="Red Hat Display"/>
              <a:buNone/>
              <a:defRPr b="1"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10" name="Google Shape;310;p24"/>
          <p:cNvSpPr txBox="1"/>
          <p:nvPr>
            <p:ph idx="5" type="subTitle"/>
          </p:nvPr>
        </p:nvSpPr>
        <p:spPr>
          <a:xfrm>
            <a:off x="6122827" y="837400"/>
            <a:ext cx="27927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1000"/>
              <a:buFont typeface="Red Hat Display"/>
              <a:buNone/>
              <a:defRPr sz="1000"/>
            </a:lvl2pPr>
            <a:lvl3pPr lvl="2">
              <a:spcBef>
                <a:spcPts val="0"/>
              </a:spcBef>
              <a:spcAft>
                <a:spcPts val="0"/>
              </a:spcAft>
              <a:buClr>
                <a:schemeClr val="lt1"/>
              </a:buClr>
              <a:buSzPts val="1000"/>
              <a:buFont typeface="Red Hat Display"/>
              <a:buNone/>
              <a:defRPr sz="1000"/>
            </a:lvl3pPr>
            <a:lvl4pPr lvl="3">
              <a:spcBef>
                <a:spcPts val="0"/>
              </a:spcBef>
              <a:spcAft>
                <a:spcPts val="0"/>
              </a:spcAft>
              <a:buClr>
                <a:schemeClr val="lt1"/>
              </a:buClr>
              <a:buSzPts val="1000"/>
              <a:buFont typeface="Red Hat Display"/>
              <a:buNone/>
              <a:defRPr sz="1000"/>
            </a:lvl4pPr>
            <a:lvl5pPr lvl="4">
              <a:spcBef>
                <a:spcPts val="0"/>
              </a:spcBef>
              <a:spcAft>
                <a:spcPts val="0"/>
              </a:spcAft>
              <a:buClr>
                <a:schemeClr val="lt1"/>
              </a:buClr>
              <a:buSzPts val="1000"/>
              <a:buFont typeface="Red Hat Display"/>
              <a:buNone/>
              <a:defRPr sz="1000"/>
            </a:lvl5pPr>
            <a:lvl6pPr lvl="5">
              <a:spcBef>
                <a:spcPts val="0"/>
              </a:spcBef>
              <a:spcAft>
                <a:spcPts val="0"/>
              </a:spcAft>
              <a:buClr>
                <a:schemeClr val="lt1"/>
              </a:buClr>
              <a:buSzPts val="1000"/>
              <a:buFont typeface="Red Hat Display"/>
              <a:buNone/>
              <a:defRPr sz="1000"/>
            </a:lvl6pPr>
            <a:lvl7pPr lvl="6">
              <a:spcBef>
                <a:spcPts val="0"/>
              </a:spcBef>
              <a:spcAft>
                <a:spcPts val="0"/>
              </a:spcAft>
              <a:buClr>
                <a:schemeClr val="lt1"/>
              </a:buClr>
              <a:buSzPts val="1000"/>
              <a:buFont typeface="Red Hat Display"/>
              <a:buNone/>
              <a:defRPr sz="1000"/>
            </a:lvl7pPr>
            <a:lvl8pPr lvl="7">
              <a:spcBef>
                <a:spcPts val="0"/>
              </a:spcBef>
              <a:spcAft>
                <a:spcPts val="0"/>
              </a:spcAft>
              <a:buClr>
                <a:schemeClr val="lt1"/>
              </a:buClr>
              <a:buSzPts val="1000"/>
              <a:buFont typeface="Red Hat Display"/>
              <a:buNone/>
              <a:defRPr sz="1000"/>
            </a:lvl8pPr>
            <a:lvl9pPr lvl="8">
              <a:spcBef>
                <a:spcPts val="0"/>
              </a:spcBef>
              <a:spcAft>
                <a:spcPts val="0"/>
              </a:spcAft>
              <a:buClr>
                <a:schemeClr val="lt1"/>
              </a:buClr>
              <a:buSzPts val="1000"/>
              <a:buFont typeface="Red Hat Display"/>
              <a:buNone/>
              <a:defRPr sz="1000"/>
            </a:lvl9pPr>
          </a:lstStyle>
          <a:p/>
        </p:txBody>
      </p:sp>
      <p:sp>
        <p:nvSpPr>
          <p:cNvPr id="311" name="Google Shape;311;p24"/>
          <p:cNvSpPr txBox="1"/>
          <p:nvPr>
            <p:ph idx="6" type="subTitle"/>
          </p:nvPr>
        </p:nvSpPr>
        <p:spPr>
          <a:xfrm>
            <a:off x="6122828" y="1964891"/>
            <a:ext cx="2792700" cy="301500"/>
          </a:xfrm>
          <a:prstGeom prst="rect">
            <a:avLst/>
          </a:prstGeom>
        </p:spPr>
        <p:txBody>
          <a:bodyPr anchorCtr="0" anchor="b" bIns="0" lIns="0" spcFirstLastPara="1" rIns="91425" wrap="square" tIns="91425">
            <a:noAutofit/>
          </a:bodyPr>
          <a:lstStyle>
            <a:lvl1pPr lvl="0">
              <a:spcBef>
                <a:spcPts val="0"/>
              </a:spcBef>
              <a:spcAft>
                <a:spcPts val="0"/>
              </a:spcAft>
              <a:buClr>
                <a:schemeClr val="lt1"/>
              </a:buClr>
              <a:buSzPts val="1000"/>
              <a:buFont typeface="Red Hat Display"/>
              <a:buNone/>
              <a:defRPr b="1"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12" name="Google Shape;312;p24"/>
          <p:cNvSpPr txBox="1"/>
          <p:nvPr>
            <p:ph idx="7" type="subTitle"/>
          </p:nvPr>
        </p:nvSpPr>
        <p:spPr>
          <a:xfrm>
            <a:off x="6122827" y="2403091"/>
            <a:ext cx="27927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1000"/>
              <a:buFont typeface="Red Hat Display"/>
              <a:buNone/>
              <a:defRPr sz="1000"/>
            </a:lvl2pPr>
            <a:lvl3pPr lvl="2">
              <a:spcBef>
                <a:spcPts val="0"/>
              </a:spcBef>
              <a:spcAft>
                <a:spcPts val="0"/>
              </a:spcAft>
              <a:buClr>
                <a:schemeClr val="lt1"/>
              </a:buClr>
              <a:buSzPts val="1000"/>
              <a:buFont typeface="Red Hat Display"/>
              <a:buNone/>
              <a:defRPr sz="1000"/>
            </a:lvl3pPr>
            <a:lvl4pPr lvl="3">
              <a:spcBef>
                <a:spcPts val="0"/>
              </a:spcBef>
              <a:spcAft>
                <a:spcPts val="0"/>
              </a:spcAft>
              <a:buClr>
                <a:schemeClr val="lt1"/>
              </a:buClr>
              <a:buSzPts val="1000"/>
              <a:buFont typeface="Red Hat Display"/>
              <a:buNone/>
              <a:defRPr sz="1000"/>
            </a:lvl4pPr>
            <a:lvl5pPr lvl="4">
              <a:spcBef>
                <a:spcPts val="0"/>
              </a:spcBef>
              <a:spcAft>
                <a:spcPts val="0"/>
              </a:spcAft>
              <a:buClr>
                <a:schemeClr val="lt1"/>
              </a:buClr>
              <a:buSzPts val="1000"/>
              <a:buFont typeface="Red Hat Display"/>
              <a:buNone/>
              <a:defRPr sz="1000"/>
            </a:lvl5pPr>
            <a:lvl6pPr lvl="5">
              <a:spcBef>
                <a:spcPts val="0"/>
              </a:spcBef>
              <a:spcAft>
                <a:spcPts val="0"/>
              </a:spcAft>
              <a:buClr>
                <a:schemeClr val="lt1"/>
              </a:buClr>
              <a:buSzPts val="1000"/>
              <a:buFont typeface="Red Hat Display"/>
              <a:buNone/>
              <a:defRPr sz="1000"/>
            </a:lvl6pPr>
            <a:lvl7pPr lvl="6">
              <a:spcBef>
                <a:spcPts val="0"/>
              </a:spcBef>
              <a:spcAft>
                <a:spcPts val="0"/>
              </a:spcAft>
              <a:buClr>
                <a:schemeClr val="lt1"/>
              </a:buClr>
              <a:buSzPts val="1000"/>
              <a:buFont typeface="Red Hat Display"/>
              <a:buNone/>
              <a:defRPr sz="1000"/>
            </a:lvl7pPr>
            <a:lvl8pPr lvl="7">
              <a:spcBef>
                <a:spcPts val="0"/>
              </a:spcBef>
              <a:spcAft>
                <a:spcPts val="0"/>
              </a:spcAft>
              <a:buClr>
                <a:schemeClr val="lt1"/>
              </a:buClr>
              <a:buSzPts val="1000"/>
              <a:buFont typeface="Red Hat Display"/>
              <a:buNone/>
              <a:defRPr sz="1000"/>
            </a:lvl8pPr>
            <a:lvl9pPr lvl="8">
              <a:spcBef>
                <a:spcPts val="0"/>
              </a:spcBef>
              <a:spcAft>
                <a:spcPts val="0"/>
              </a:spcAft>
              <a:buClr>
                <a:schemeClr val="lt1"/>
              </a:buClr>
              <a:buSzPts val="1000"/>
              <a:buFont typeface="Red Hat Display"/>
              <a:buNone/>
              <a:defRPr sz="1000"/>
            </a:lvl9pPr>
          </a:lstStyle>
          <a:p/>
        </p:txBody>
      </p:sp>
      <p:sp>
        <p:nvSpPr>
          <p:cNvPr id="313" name="Google Shape;313;p24"/>
          <p:cNvSpPr txBox="1"/>
          <p:nvPr>
            <p:ph idx="8" type="subTitle"/>
          </p:nvPr>
        </p:nvSpPr>
        <p:spPr>
          <a:xfrm>
            <a:off x="6122828" y="3532866"/>
            <a:ext cx="2792700" cy="301500"/>
          </a:xfrm>
          <a:prstGeom prst="rect">
            <a:avLst/>
          </a:prstGeom>
        </p:spPr>
        <p:txBody>
          <a:bodyPr anchorCtr="0" anchor="b" bIns="0" lIns="0" spcFirstLastPara="1" rIns="91425" wrap="square" tIns="91425">
            <a:noAutofit/>
          </a:bodyPr>
          <a:lstStyle>
            <a:lvl1pPr lvl="0">
              <a:spcBef>
                <a:spcPts val="0"/>
              </a:spcBef>
              <a:spcAft>
                <a:spcPts val="0"/>
              </a:spcAft>
              <a:buClr>
                <a:schemeClr val="lt1"/>
              </a:buClr>
              <a:buSzPts val="1000"/>
              <a:buFont typeface="Red Hat Display"/>
              <a:buNone/>
              <a:defRPr b="1"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14" name="Google Shape;314;p24"/>
          <p:cNvSpPr txBox="1"/>
          <p:nvPr>
            <p:ph idx="9" type="subTitle"/>
          </p:nvPr>
        </p:nvSpPr>
        <p:spPr>
          <a:xfrm>
            <a:off x="6122827" y="3971066"/>
            <a:ext cx="27927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1000"/>
              <a:buFont typeface="Red Hat Display"/>
              <a:buNone/>
              <a:defRPr sz="1000"/>
            </a:lvl2pPr>
            <a:lvl3pPr lvl="2">
              <a:spcBef>
                <a:spcPts val="0"/>
              </a:spcBef>
              <a:spcAft>
                <a:spcPts val="0"/>
              </a:spcAft>
              <a:buClr>
                <a:schemeClr val="lt1"/>
              </a:buClr>
              <a:buSzPts val="1000"/>
              <a:buFont typeface="Red Hat Display"/>
              <a:buNone/>
              <a:defRPr sz="1000"/>
            </a:lvl3pPr>
            <a:lvl4pPr lvl="3">
              <a:spcBef>
                <a:spcPts val="0"/>
              </a:spcBef>
              <a:spcAft>
                <a:spcPts val="0"/>
              </a:spcAft>
              <a:buClr>
                <a:schemeClr val="lt1"/>
              </a:buClr>
              <a:buSzPts val="1000"/>
              <a:buFont typeface="Red Hat Display"/>
              <a:buNone/>
              <a:defRPr sz="1000"/>
            </a:lvl4pPr>
            <a:lvl5pPr lvl="4">
              <a:spcBef>
                <a:spcPts val="0"/>
              </a:spcBef>
              <a:spcAft>
                <a:spcPts val="0"/>
              </a:spcAft>
              <a:buClr>
                <a:schemeClr val="lt1"/>
              </a:buClr>
              <a:buSzPts val="1000"/>
              <a:buFont typeface="Red Hat Display"/>
              <a:buNone/>
              <a:defRPr sz="1000"/>
            </a:lvl5pPr>
            <a:lvl6pPr lvl="5">
              <a:spcBef>
                <a:spcPts val="0"/>
              </a:spcBef>
              <a:spcAft>
                <a:spcPts val="0"/>
              </a:spcAft>
              <a:buClr>
                <a:schemeClr val="lt1"/>
              </a:buClr>
              <a:buSzPts val="1000"/>
              <a:buFont typeface="Red Hat Display"/>
              <a:buNone/>
              <a:defRPr sz="1000"/>
            </a:lvl6pPr>
            <a:lvl7pPr lvl="6">
              <a:spcBef>
                <a:spcPts val="0"/>
              </a:spcBef>
              <a:spcAft>
                <a:spcPts val="0"/>
              </a:spcAft>
              <a:buClr>
                <a:schemeClr val="lt1"/>
              </a:buClr>
              <a:buSzPts val="1000"/>
              <a:buFont typeface="Red Hat Display"/>
              <a:buNone/>
              <a:defRPr sz="1000"/>
            </a:lvl7pPr>
            <a:lvl8pPr lvl="7">
              <a:spcBef>
                <a:spcPts val="0"/>
              </a:spcBef>
              <a:spcAft>
                <a:spcPts val="0"/>
              </a:spcAft>
              <a:buClr>
                <a:schemeClr val="lt1"/>
              </a:buClr>
              <a:buSzPts val="1000"/>
              <a:buFont typeface="Red Hat Display"/>
              <a:buNone/>
              <a:defRPr sz="1000"/>
            </a:lvl8pPr>
            <a:lvl9pPr lvl="8">
              <a:spcBef>
                <a:spcPts val="0"/>
              </a:spcBef>
              <a:spcAft>
                <a:spcPts val="0"/>
              </a:spcAft>
              <a:buClr>
                <a:schemeClr val="lt1"/>
              </a:buClr>
              <a:buSzPts val="1000"/>
              <a:buFont typeface="Red Hat Display"/>
              <a:buNone/>
              <a:defRPr sz="1000"/>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ideas">
  <p:cSld name="CUSTOM_4">
    <p:spTree>
      <p:nvGrpSpPr>
        <p:cNvPr id="315" name="Shape 315"/>
        <p:cNvGrpSpPr/>
        <p:nvPr/>
      </p:nvGrpSpPr>
      <p:grpSpPr>
        <a:xfrm>
          <a:off x="0" y="0"/>
          <a:ext cx="0" cy="0"/>
          <a:chOff x="0" y="0"/>
          <a:chExt cx="0" cy="0"/>
        </a:xfrm>
      </p:grpSpPr>
      <p:sp>
        <p:nvSpPr>
          <p:cNvPr id="316" name="Google Shape;316;p25"/>
          <p:cNvSpPr txBox="1"/>
          <p:nvPr>
            <p:ph idx="1" type="subTitle"/>
          </p:nvPr>
        </p:nvSpPr>
        <p:spPr>
          <a:xfrm>
            <a:off x="4590850" y="2481900"/>
            <a:ext cx="1222800" cy="370500"/>
          </a:xfrm>
          <a:prstGeom prst="rect">
            <a:avLst/>
          </a:prstGeom>
        </p:spPr>
        <p:txBody>
          <a:bodyPr anchorCtr="0" anchor="ctr" bIns="0" lIns="0" spcFirstLastPara="1" rIns="91425" wrap="square" tIns="0">
            <a:noAutofit/>
          </a:bodyPr>
          <a:lstStyle>
            <a:lvl1pPr lvl="0" algn="ctr">
              <a:spcBef>
                <a:spcPts val="0"/>
              </a:spcBef>
              <a:spcAft>
                <a:spcPts val="0"/>
              </a:spcAft>
              <a:buSzPts val="1000"/>
              <a:buFont typeface="Red Hat Display Medium"/>
              <a:buNone/>
              <a:defRPr sz="1000">
                <a:latin typeface="Red Hat Display Medium"/>
                <a:ea typeface="Red Hat Display Medium"/>
                <a:cs typeface="Red Hat Display Medium"/>
                <a:sym typeface="Red Hat Display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7" name="Google Shape;317;p25"/>
          <p:cNvSpPr txBox="1"/>
          <p:nvPr>
            <p:ph idx="2" type="subTitle"/>
          </p:nvPr>
        </p:nvSpPr>
        <p:spPr>
          <a:xfrm>
            <a:off x="4590850" y="3812700"/>
            <a:ext cx="1222800" cy="370500"/>
          </a:xfrm>
          <a:prstGeom prst="rect">
            <a:avLst/>
          </a:prstGeom>
        </p:spPr>
        <p:txBody>
          <a:bodyPr anchorCtr="0" anchor="t" bIns="0" lIns="0" spcFirstLastPara="1" rIns="91425" wrap="square" tIns="0">
            <a:noAutofit/>
          </a:bodyPr>
          <a:lstStyle>
            <a:lvl1pPr lvl="0" algn="ctr">
              <a:spcBef>
                <a:spcPts val="0"/>
              </a:spcBef>
              <a:spcAft>
                <a:spcPts val="0"/>
              </a:spcAft>
              <a:buClr>
                <a:schemeClr val="lt1"/>
              </a:buClr>
              <a:buSzPts val="1000"/>
              <a:buFont typeface="Red Hat Display Medium"/>
              <a:buNone/>
              <a:defRPr sz="1000">
                <a:latin typeface="Red Hat Display Medium"/>
                <a:ea typeface="Red Hat Display Medium"/>
                <a:cs typeface="Red Hat Display Medium"/>
                <a:sym typeface="Red Hat Display Medium"/>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18" name="Google Shape;318;p25"/>
          <p:cNvSpPr txBox="1"/>
          <p:nvPr>
            <p:ph idx="3" type="subTitle"/>
          </p:nvPr>
        </p:nvSpPr>
        <p:spPr>
          <a:xfrm>
            <a:off x="4590850" y="1151100"/>
            <a:ext cx="1222800" cy="370500"/>
          </a:xfrm>
          <a:prstGeom prst="rect">
            <a:avLst/>
          </a:prstGeom>
        </p:spPr>
        <p:txBody>
          <a:bodyPr anchorCtr="0" anchor="t" bIns="0" lIns="0" spcFirstLastPara="1" rIns="91425" wrap="square" tIns="0">
            <a:noAutofit/>
          </a:bodyPr>
          <a:lstStyle>
            <a:lvl1pPr lvl="0" algn="ctr">
              <a:spcBef>
                <a:spcPts val="0"/>
              </a:spcBef>
              <a:spcAft>
                <a:spcPts val="0"/>
              </a:spcAft>
              <a:buClr>
                <a:schemeClr val="lt1"/>
              </a:buClr>
              <a:buSzPts val="1000"/>
              <a:buFont typeface="Red Hat Display Medium"/>
              <a:buNone/>
              <a:defRPr sz="1000">
                <a:latin typeface="Red Hat Display Medium"/>
                <a:ea typeface="Red Hat Display Medium"/>
                <a:cs typeface="Red Hat Display Medium"/>
                <a:sym typeface="Red Hat Display Medium"/>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19" name="Google Shape;319;p25"/>
          <p:cNvSpPr txBox="1"/>
          <p:nvPr>
            <p:ph type="title"/>
          </p:nvPr>
        </p:nvSpPr>
        <p:spPr>
          <a:xfrm>
            <a:off x="228600" y="420025"/>
            <a:ext cx="29262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320" name="Google Shape;320;p25"/>
          <p:cNvSpPr/>
          <p:nvPr/>
        </p:nvSpPr>
        <p:spPr>
          <a:xfrm>
            <a:off x="3849550" y="1151100"/>
            <a:ext cx="741300" cy="1330800"/>
          </a:xfrm>
          <a:prstGeom prst="snip2DiagRect">
            <a:avLst>
              <a:gd fmla="val 0" name="adj1"/>
              <a:gd fmla="val 39159" name="adj2"/>
            </a:avLst>
          </a:prstGeom>
          <a:solidFill>
            <a:schemeClr val="dk1"/>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1000">
              <a:solidFill>
                <a:schemeClr val="lt1"/>
              </a:solidFill>
              <a:latin typeface="Red Hat Display SemiBold"/>
              <a:ea typeface="Red Hat Display SemiBold"/>
              <a:cs typeface="Red Hat Display SemiBold"/>
              <a:sym typeface="Red Hat Display SemiBold"/>
            </a:endParaRPr>
          </a:p>
        </p:txBody>
      </p:sp>
      <p:sp>
        <p:nvSpPr>
          <p:cNvPr id="321" name="Google Shape;321;p25"/>
          <p:cNvSpPr/>
          <p:nvPr/>
        </p:nvSpPr>
        <p:spPr>
          <a:xfrm>
            <a:off x="3849550" y="2481900"/>
            <a:ext cx="741300" cy="1330800"/>
          </a:xfrm>
          <a:prstGeom prst="snip2DiagRect">
            <a:avLst>
              <a:gd fmla="val 0" name="adj1"/>
              <a:gd fmla="val 39159" name="adj2"/>
            </a:avLst>
          </a:prstGeom>
          <a:solidFill>
            <a:schemeClr val="dk1"/>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1000">
              <a:solidFill>
                <a:schemeClr val="lt1"/>
              </a:solidFill>
              <a:latin typeface="Red Hat Display SemiBold"/>
              <a:ea typeface="Red Hat Display SemiBold"/>
              <a:cs typeface="Red Hat Display SemiBold"/>
              <a:sym typeface="Red Hat Display SemiBold"/>
            </a:endParaRPr>
          </a:p>
        </p:txBody>
      </p:sp>
      <p:sp>
        <p:nvSpPr>
          <p:cNvPr id="322" name="Google Shape;322;p25"/>
          <p:cNvSpPr/>
          <p:nvPr/>
        </p:nvSpPr>
        <p:spPr>
          <a:xfrm>
            <a:off x="3849550" y="-179700"/>
            <a:ext cx="741300" cy="1330800"/>
          </a:xfrm>
          <a:prstGeom prst="snip2DiagRect">
            <a:avLst>
              <a:gd fmla="val 0" name="adj1"/>
              <a:gd fmla="val 39159" name="adj2"/>
            </a:avLst>
          </a:prstGeom>
          <a:solidFill>
            <a:schemeClr val="dk1"/>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1000">
              <a:solidFill>
                <a:schemeClr val="lt1"/>
              </a:solidFill>
              <a:latin typeface="Red Hat Display SemiBold"/>
              <a:ea typeface="Red Hat Display SemiBold"/>
              <a:cs typeface="Red Hat Display SemiBold"/>
              <a:sym typeface="Red Hat Display SemiBold"/>
            </a:endParaRPr>
          </a:p>
        </p:txBody>
      </p:sp>
      <p:sp>
        <p:nvSpPr>
          <p:cNvPr id="323" name="Google Shape;323;p25"/>
          <p:cNvSpPr/>
          <p:nvPr/>
        </p:nvSpPr>
        <p:spPr>
          <a:xfrm>
            <a:off x="3849550" y="3812700"/>
            <a:ext cx="741300" cy="1330800"/>
          </a:xfrm>
          <a:prstGeom prst="snip2DiagRect">
            <a:avLst>
              <a:gd fmla="val 0" name="adj1"/>
              <a:gd fmla="val 39159" name="adj2"/>
            </a:avLst>
          </a:prstGeom>
          <a:solidFill>
            <a:schemeClr val="dk1"/>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1000">
              <a:solidFill>
                <a:schemeClr val="lt1"/>
              </a:solidFill>
              <a:latin typeface="Red Hat Display SemiBold"/>
              <a:ea typeface="Red Hat Display SemiBold"/>
              <a:cs typeface="Red Hat Display SemiBold"/>
              <a:sym typeface="Red Hat Display SemiBold"/>
            </a:endParaRPr>
          </a:p>
        </p:txBody>
      </p:sp>
      <p:sp>
        <p:nvSpPr>
          <p:cNvPr id="324" name="Google Shape;324;p25"/>
          <p:cNvSpPr txBox="1"/>
          <p:nvPr>
            <p:ph idx="4" type="subTitle"/>
          </p:nvPr>
        </p:nvSpPr>
        <p:spPr>
          <a:xfrm>
            <a:off x="6080700" y="1199945"/>
            <a:ext cx="28347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1000"/>
              <a:buFont typeface="Red Hat Display"/>
              <a:buNone/>
              <a:defRPr sz="1000"/>
            </a:lvl2pPr>
            <a:lvl3pPr lvl="2">
              <a:spcBef>
                <a:spcPts val="0"/>
              </a:spcBef>
              <a:spcAft>
                <a:spcPts val="0"/>
              </a:spcAft>
              <a:buClr>
                <a:schemeClr val="lt1"/>
              </a:buClr>
              <a:buSzPts val="1000"/>
              <a:buFont typeface="Red Hat Display"/>
              <a:buNone/>
              <a:defRPr sz="1000"/>
            </a:lvl3pPr>
            <a:lvl4pPr lvl="3">
              <a:spcBef>
                <a:spcPts val="0"/>
              </a:spcBef>
              <a:spcAft>
                <a:spcPts val="0"/>
              </a:spcAft>
              <a:buClr>
                <a:schemeClr val="lt1"/>
              </a:buClr>
              <a:buSzPts val="1000"/>
              <a:buFont typeface="Red Hat Display"/>
              <a:buNone/>
              <a:defRPr sz="1000"/>
            </a:lvl4pPr>
            <a:lvl5pPr lvl="4">
              <a:spcBef>
                <a:spcPts val="0"/>
              </a:spcBef>
              <a:spcAft>
                <a:spcPts val="0"/>
              </a:spcAft>
              <a:buClr>
                <a:schemeClr val="lt1"/>
              </a:buClr>
              <a:buSzPts val="1000"/>
              <a:buFont typeface="Red Hat Display"/>
              <a:buNone/>
              <a:defRPr sz="1000"/>
            </a:lvl5pPr>
            <a:lvl6pPr lvl="5">
              <a:spcBef>
                <a:spcPts val="0"/>
              </a:spcBef>
              <a:spcAft>
                <a:spcPts val="0"/>
              </a:spcAft>
              <a:buClr>
                <a:schemeClr val="lt1"/>
              </a:buClr>
              <a:buSzPts val="1000"/>
              <a:buFont typeface="Red Hat Display"/>
              <a:buNone/>
              <a:defRPr sz="1000"/>
            </a:lvl6pPr>
            <a:lvl7pPr lvl="6">
              <a:spcBef>
                <a:spcPts val="0"/>
              </a:spcBef>
              <a:spcAft>
                <a:spcPts val="0"/>
              </a:spcAft>
              <a:buClr>
                <a:schemeClr val="lt1"/>
              </a:buClr>
              <a:buSzPts val="1000"/>
              <a:buFont typeface="Red Hat Display"/>
              <a:buNone/>
              <a:defRPr sz="1000"/>
            </a:lvl7pPr>
            <a:lvl8pPr lvl="7">
              <a:spcBef>
                <a:spcPts val="0"/>
              </a:spcBef>
              <a:spcAft>
                <a:spcPts val="0"/>
              </a:spcAft>
              <a:buClr>
                <a:schemeClr val="lt1"/>
              </a:buClr>
              <a:buSzPts val="1000"/>
              <a:buFont typeface="Red Hat Display"/>
              <a:buNone/>
              <a:defRPr sz="1000"/>
            </a:lvl8pPr>
            <a:lvl9pPr lvl="8">
              <a:spcBef>
                <a:spcPts val="0"/>
              </a:spcBef>
              <a:spcAft>
                <a:spcPts val="0"/>
              </a:spcAft>
              <a:buClr>
                <a:schemeClr val="lt1"/>
              </a:buClr>
              <a:buSzPts val="1000"/>
              <a:buFont typeface="Red Hat Display"/>
              <a:buNone/>
              <a:defRPr sz="1000"/>
            </a:lvl9pPr>
          </a:lstStyle>
          <a:p/>
        </p:txBody>
      </p:sp>
      <p:sp>
        <p:nvSpPr>
          <p:cNvPr id="325" name="Google Shape;325;p25"/>
          <p:cNvSpPr txBox="1"/>
          <p:nvPr>
            <p:ph idx="5" type="subTitle"/>
          </p:nvPr>
        </p:nvSpPr>
        <p:spPr>
          <a:xfrm>
            <a:off x="6080700" y="2530745"/>
            <a:ext cx="28347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1000"/>
              <a:buFont typeface="Red Hat Display"/>
              <a:buNone/>
              <a:defRPr sz="1000"/>
            </a:lvl2pPr>
            <a:lvl3pPr lvl="2">
              <a:spcBef>
                <a:spcPts val="0"/>
              </a:spcBef>
              <a:spcAft>
                <a:spcPts val="0"/>
              </a:spcAft>
              <a:buClr>
                <a:schemeClr val="lt1"/>
              </a:buClr>
              <a:buSzPts val="1000"/>
              <a:buFont typeface="Red Hat Display"/>
              <a:buNone/>
              <a:defRPr sz="1000"/>
            </a:lvl3pPr>
            <a:lvl4pPr lvl="3">
              <a:spcBef>
                <a:spcPts val="0"/>
              </a:spcBef>
              <a:spcAft>
                <a:spcPts val="0"/>
              </a:spcAft>
              <a:buClr>
                <a:schemeClr val="lt1"/>
              </a:buClr>
              <a:buSzPts val="1000"/>
              <a:buFont typeface="Red Hat Display"/>
              <a:buNone/>
              <a:defRPr sz="1000"/>
            </a:lvl4pPr>
            <a:lvl5pPr lvl="4">
              <a:spcBef>
                <a:spcPts val="0"/>
              </a:spcBef>
              <a:spcAft>
                <a:spcPts val="0"/>
              </a:spcAft>
              <a:buClr>
                <a:schemeClr val="lt1"/>
              </a:buClr>
              <a:buSzPts val="1000"/>
              <a:buFont typeface="Red Hat Display"/>
              <a:buNone/>
              <a:defRPr sz="1000"/>
            </a:lvl5pPr>
            <a:lvl6pPr lvl="5">
              <a:spcBef>
                <a:spcPts val="0"/>
              </a:spcBef>
              <a:spcAft>
                <a:spcPts val="0"/>
              </a:spcAft>
              <a:buClr>
                <a:schemeClr val="lt1"/>
              </a:buClr>
              <a:buSzPts val="1000"/>
              <a:buFont typeface="Red Hat Display"/>
              <a:buNone/>
              <a:defRPr sz="1000"/>
            </a:lvl6pPr>
            <a:lvl7pPr lvl="6">
              <a:spcBef>
                <a:spcPts val="0"/>
              </a:spcBef>
              <a:spcAft>
                <a:spcPts val="0"/>
              </a:spcAft>
              <a:buClr>
                <a:schemeClr val="lt1"/>
              </a:buClr>
              <a:buSzPts val="1000"/>
              <a:buFont typeface="Red Hat Display"/>
              <a:buNone/>
              <a:defRPr sz="1000"/>
            </a:lvl7pPr>
            <a:lvl8pPr lvl="7">
              <a:spcBef>
                <a:spcPts val="0"/>
              </a:spcBef>
              <a:spcAft>
                <a:spcPts val="0"/>
              </a:spcAft>
              <a:buClr>
                <a:schemeClr val="lt1"/>
              </a:buClr>
              <a:buSzPts val="1000"/>
              <a:buFont typeface="Red Hat Display"/>
              <a:buNone/>
              <a:defRPr sz="1000"/>
            </a:lvl8pPr>
            <a:lvl9pPr lvl="8">
              <a:spcBef>
                <a:spcPts val="0"/>
              </a:spcBef>
              <a:spcAft>
                <a:spcPts val="0"/>
              </a:spcAft>
              <a:buClr>
                <a:schemeClr val="lt1"/>
              </a:buClr>
              <a:buSzPts val="1000"/>
              <a:buFont typeface="Red Hat Display"/>
              <a:buNone/>
              <a:defRPr sz="1000"/>
            </a:lvl9pPr>
          </a:lstStyle>
          <a:p/>
        </p:txBody>
      </p:sp>
      <p:sp>
        <p:nvSpPr>
          <p:cNvPr id="326" name="Google Shape;326;p25"/>
          <p:cNvSpPr txBox="1"/>
          <p:nvPr>
            <p:ph idx="6" type="subTitle"/>
          </p:nvPr>
        </p:nvSpPr>
        <p:spPr>
          <a:xfrm>
            <a:off x="6080700" y="3861545"/>
            <a:ext cx="28347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1000"/>
              <a:buFont typeface="Red Hat Display"/>
              <a:buNone/>
              <a:defRPr sz="1000"/>
            </a:lvl2pPr>
            <a:lvl3pPr lvl="2">
              <a:spcBef>
                <a:spcPts val="0"/>
              </a:spcBef>
              <a:spcAft>
                <a:spcPts val="0"/>
              </a:spcAft>
              <a:buClr>
                <a:schemeClr val="lt1"/>
              </a:buClr>
              <a:buSzPts val="1000"/>
              <a:buFont typeface="Red Hat Display"/>
              <a:buNone/>
              <a:defRPr sz="1000"/>
            </a:lvl3pPr>
            <a:lvl4pPr lvl="3">
              <a:spcBef>
                <a:spcPts val="0"/>
              </a:spcBef>
              <a:spcAft>
                <a:spcPts val="0"/>
              </a:spcAft>
              <a:buClr>
                <a:schemeClr val="lt1"/>
              </a:buClr>
              <a:buSzPts val="1000"/>
              <a:buFont typeface="Red Hat Display"/>
              <a:buNone/>
              <a:defRPr sz="1000"/>
            </a:lvl4pPr>
            <a:lvl5pPr lvl="4">
              <a:spcBef>
                <a:spcPts val="0"/>
              </a:spcBef>
              <a:spcAft>
                <a:spcPts val="0"/>
              </a:spcAft>
              <a:buClr>
                <a:schemeClr val="lt1"/>
              </a:buClr>
              <a:buSzPts val="1000"/>
              <a:buFont typeface="Red Hat Display"/>
              <a:buNone/>
              <a:defRPr sz="1000"/>
            </a:lvl5pPr>
            <a:lvl6pPr lvl="5">
              <a:spcBef>
                <a:spcPts val="0"/>
              </a:spcBef>
              <a:spcAft>
                <a:spcPts val="0"/>
              </a:spcAft>
              <a:buClr>
                <a:schemeClr val="lt1"/>
              </a:buClr>
              <a:buSzPts val="1000"/>
              <a:buFont typeface="Red Hat Display"/>
              <a:buNone/>
              <a:defRPr sz="1000"/>
            </a:lvl6pPr>
            <a:lvl7pPr lvl="6">
              <a:spcBef>
                <a:spcPts val="0"/>
              </a:spcBef>
              <a:spcAft>
                <a:spcPts val="0"/>
              </a:spcAft>
              <a:buClr>
                <a:schemeClr val="lt1"/>
              </a:buClr>
              <a:buSzPts val="1000"/>
              <a:buFont typeface="Red Hat Display"/>
              <a:buNone/>
              <a:defRPr sz="1000"/>
            </a:lvl7pPr>
            <a:lvl8pPr lvl="7">
              <a:spcBef>
                <a:spcPts val="0"/>
              </a:spcBef>
              <a:spcAft>
                <a:spcPts val="0"/>
              </a:spcAft>
              <a:buClr>
                <a:schemeClr val="lt1"/>
              </a:buClr>
              <a:buSzPts val="1000"/>
              <a:buFont typeface="Red Hat Display"/>
              <a:buNone/>
              <a:defRPr sz="1000"/>
            </a:lvl8pPr>
            <a:lvl9pPr lvl="8">
              <a:spcBef>
                <a:spcPts val="0"/>
              </a:spcBef>
              <a:spcAft>
                <a:spcPts val="0"/>
              </a:spcAft>
              <a:buClr>
                <a:schemeClr val="lt1"/>
              </a:buClr>
              <a:buSzPts val="1000"/>
              <a:buFont typeface="Red Hat Display"/>
              <a:buNone/>
              <a:defRPr sz="1000"/>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columns w/ text">
  <p:cSld name="CUSTOM_5">
    <p:spTree>
      <p:nvGrpSpPr>
        <p:cNvPr id="327" name="Shape 327"/>
        <p:cNvGrpSpPr/>
        <p:nvPr/>
      </p:nvGrpSpPr>
      <p:grpSpPr>
        <a:xfrm>
          <a:off x="0" y="0"/>
          <a:ext cx="0" cy="0"/>
          <a:chOff x="0" y="0"/>
          <a:chExt cx="0" cy="0"/>
        </a:xfrm>
      </p:grpSpPr>
      <p:sp>
        <p:nvSpPr>
          <p:cNvPr id="328" name="Google Shape;328;p26"/>
          <p:cNvSpPr txBox="1"/>
          <p:nvPr>
            <p:ph type="title"/>
          </p:nvPr>
        </p:nvSpPr>
        <p:spPr>
          <a:xfrm>
            <a:off x="609600" y="724825"/>
            <a:ext cx="40158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329" name="Google Shape;329;p26"/>
          <p:cNvSpPr txBox="1"/>
          <p:nvPr>
            <p:ph idx="1" type="subTitle"/>
          </p:nvPr>
        </p:nvSpPr>
        <p:spPr>
          <a:xfrm>
            <a:off x="229525" y="1803875"/>
            <a:ext cx="1776300" cy="2907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400"/>
              <a:buFont typeface="Red Hat Display"/>
              <a:buNone/>
              <a:defRPr>
                <a:solidFill>
                  <a:schemeClr val="dk2"/>
                </a:solidFill>
              </a:defRPr>
            </a:lvl2pPr>
            <a:lvl3pPr lvl="2" algn="ctr">
              <a:spcBef>
                <a:spcPts val="0"/>
              </a:spcBef>
              <a:spcAft>
                <a:spcPts val="0"/>
              </a:spcAft>
              <a:buClr>
                <a:schemeClr val="dk2"/>
              </a:buClr>
              <a:buSzPts val="1400"/>
              <a:buFont typeface="Red Hat Display"/>
              <a:buNone/>
              <a:defRPr>
                <a:solidFill>
                  <a:schemeClr val="dk2"/>
                </a:solidFill>
              </a:defRPr>
            </a:lvl3pPr>
            <a:lvl4pPr lvl="3" algn="ctr">
              <a:spcBef>
                <a:spcPts val="0"/>
              </a:spcBef>
              <a:spcAft>
                <a:spcPts val="0"/>
              </a:spcAft>
              <a:buClr>
                <a:schemeClr val="dk2"/>
              </a:buClr>
              <a:buSzPts val="1400"/>
              <a:buFont typeface="Red Hat Display"/>
              <a:buNone/>
              <a:defRPr>
                <a:solidFill>
                  <a:schemeClr val="dk2"/>
                </a:solidFill>
              </a:defRPr>
            </a:lvl4pPr>
            <a:lvl5pPr lvl="4" algn="ctr">
              <a:spcBef>
                <a:spcPts val="0"/>
              </a:spcBef>
              <a:spcAft>
                <a:spcPts val="0"/>
              </a:spcAft>
              <a:buClr>
                <a:schemeClr val="dk2"/>
              </a:buClr>
              <a:buSzPts val="1400"/>
              <a:buFont typeface="Red Hat Display"/>
              <a:buNone/>
              <a:defRPr>
                <a:solidFill>
                  <a:schemeClr val="dk2"/>
                </a:solidFill>
              </a:defRPr>
            </a:lvl5pPr>
            <a:lvl6pPr lvl="5" algn="ctr">
              <a:spcBef>
                <a:spcPts val="0"/>
              </a:spcBef>
              <a:spcAft>
                <a:spcPts val="0"/>
              </a:spcAft>
              <a:buClr>
                <a:schemeClr val="dk2"/>
              </a:buClr>
              <a:buSzPts val="1400"/>
              <a:buFont typeface="Red Hat Display"/>
              <a:buNone/>
              <a:defRPr>
                <a:solidFill>
                  <a:schemeClr val="dk2"/>
                </a:solidFill>
              </a:defRPr>
            </a:lvl6pPr>
            <a:lvl7pPr lvl="6" algn="ctr">
              <a:spcBef>
                <a:spcPts val="0"/>
              </a:spcBef>
              <a:spcAft>
                <a:spcPts val="0"/>
              </a:spcAft>
              <a:buClr>
                <a:schemeClr val="dk2"/>
              </a:buClr>
              <a:buSzPts val="1400"/>
              <a:buFont typeface="Red Hat Display"/>
              <a:buNone/>
              <a:defRPr>
                <a:solidFill>
                  <a:schemeClr val="dk2"/>
                </a:solidFill>
              </a:defRPr>
            </a:lvl7pPr>
            <a:lvl8pPr lvl="7" algn="ctr">
              <a:spcBef>
                <a:spcPts val="0"/>
              </a:spcBef>
              <a:spcAft>
                <a:spcPts val="0"/>
              </a:spcAft>
              <a:buClr>
                <a:schemeClr val="dk2"/>
              </a:buClr>
              <a:buSzPts val="1400"/>
              <a:buFont typeface="Red Hat Display"/>
              <a:buNone/>
              <a:defRPr>
                <a:solidFill>
                  <a:schemeClr val="dk2"/>
                </a:solidFill>
              </a:defRPr>
            </a:lvl8pPr>
            <a:lvl9pPr lvl="8" algn="ctr">
              <a:spcBef>
                <a:spcPts val="0"/>
              </a:spcBef>
              <a:spcAft>
                <a:spcPts val="0"/>
              </a:spcAft>
              <a:buClr>
                <a:schemeClr val="dk2"/>
              </a:buClr>
              <a:buSzPts val="1400"/>
              <a:buFont typeface="Red Hat Display"/>
              <a:buNone/>
              <a:defRPr>
                <a:solidFill>
                  <a:schemeClr val="dk2"/>
                </a:solidFill>
              </a:defRPr>
            </a:lvl9pPr>
          </a:lstStyle>
          <a:p/>
        </p:txBody>
      </p:sp>
      <p:sp>
        <p:nvSpPr>
          <p:cNvPr id="330" name="Google Shape;330;p26"/>
          <p:cNvSpPr txBox="1"/>
          <p:nvPr>
            <p:ph idx="2" type="subTitle"/>
          </p:nvPr>
        </p:nvSpPr>
        <p:spPr>
          <a:xfrm>
            <a:off x="2427475" y="1803875"/>
            <a:ext cx="1776300" cy="2907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400"/>
              <a:buFont typeface="Red Hat Display"/>
              <a:buNone/>
              <a:defRPr>
                <a:solidFill>
                  <a:schemeClr val="dk2"/>
                </a:solidFill>
              </a:defRPr>
            </a:lvl2pPr>
            <a:lvl3pPr lvl="2" algn="ctr">
              <a:spcBef>
                <a:spcPts val="0"/>
              </a:spcBef>
              <a:spcAft>
                <a:spcPts val="0"/>
              </a:spcAft>
              <a:buClr>
                <a:schemeClr val="dk2"/>
              </a:buClr>
              <a:buSzPts val="1400"/>
              <a:buFont typeface="Red Hat Display"/>
              <a:buNone/>
              <a:defRPr>
                <a:solidFill>
                  <a:schemeClr val="dk2"/>
                </a:solidFill>
              </a:defRPr>
            </a:lvl3pPr>
            <a:lvl4pPr lvl="3" algn="ctr">
              <a:spcBef>
                <a:spcPts val="0"/>
              </a:spcBef>
              <a:spcAft>
                <a:spcPts val="0"/>
              </a:spcAft>
              <a:buClr>
                <a:schemeClr val="dk2"/>
              </a:buClr>
              <a:buSzPts val="1400"/>
              <a:buFont typeface="Red Hat Display"/>
              <a:buNone/>
              <a:defRPr>
                <a:solidFill>
                  <a:schemeClr val="dk2"/>
                </a:solidFill>
              </a:defRPr>
            </a:lvl4pPr>
            <a:lvl5pPr lvl="4" algn="ctr">
              <a:spcBef>
                <a:spcPts val="0"/>
              </a:spcBef>
              <a:spcAft>
                <a:spcPts val="0"/>
              </a:spcAft>
              <a:buClr>
                <a:schemeClr val="dk2"/>
              </a:buClr>
              <a:buSzPts val="1400"/>
              <a:buFont typeface="Red Hat Display"/>
              <a:buNone/>
              <a:defRPr>
                <a:solidFill>
                  <a:schemeClr val="dk2"/>
                </a:solidFill>
              </a:defRPr>
            </a:lvl5pPr>
            <a:lvl6pPr lvl="5" algn="ctr">
              <a:spcBef>
                <a:spcPts val="0"/>
              </a:spcBef>
              <a:spcAft>
                <a:spcPts val="0"/>
              </a:spcAft>
              <a:buClr>
                <a:schemeClr val="dk2"/>
              </a:buClr>
              <a:buSzPts val="1400"/>
              <a:buFont typeface="Red Hat Display"/>
              <a:buNone/>
              <a:defRPr>
                <a:solidFill>
                  <a:schemeClr val="dk2"/>
                </a:solidFill>
              </a:defRPr>
            </a:lvl6pPr>
            <a:lvl7pPr lvl="6" algn="ctr">
              <a:spcBef>
                <a:spcPts val="0"/>
              </a:spcBef>
              <a:spcAft>
                <a:spcPts val="0"/>
              </a:spcAft>
              <a:buClr>
                <a:schemeClr val="dk2"/>
              </a:buClr>
              <a:buSzPts val="1400"/>
              <a:buFont typeface="Red Hat Display"/>
              <a:buNone/>
              <a:defRPr>
                <a:solidFill>
                  <a:schemeClr val="dk2"/>
                </a:solidFill>
              </a:defRPr>
            </a:lvl7pPr>
            <a:lvl8pPr lvl="7" algn="ctr">
              <a:spcBef>
                <a:spcPts val="0"/>
              </a:spcBef>
              <a:spcAft>
                <a:spcPts val="0"/>
              </a:spcAft>
              <a:buClr>
                <a:schemeClr val="dk2"/>
              </a:buClr>
              <a:buSzPts val="1400"/>
              <a:buFont typeface="Red Hat Display"/>
              <a:buNone/>
              <a:defRPr>
                <a:solidFill>
                  <a:schemeClr val="dk2"/>
                </a:solidFill>
              </a:defRPr>
            </a:lvl8pPr>
            <a:lvl9pPr lvl="8" algn="ctr">
              <a:spcBef>
                <a:spcPts val="0"/>
              </a:spcBef>
              <a:spcAft>
                <a:spcPts val="0"/>
              </a:spcAft>
              <a:buClr>
                <a:schemeClr val="dk2"/>
              </a:buClr>
              <a:buSzPts val="1400"/>
              <a:buFont typeface="Red Hat Display"/>
              <a:buNone/>
              <a:defRPr>
                <a:solidFill>
                  <a:schemeClr val="dk2"/>
                </a:solidFill>
              </a:defRPr>
            </a:lvl9pPr>
          </a:lstStyle>
          <a:p/>
        </p:txBody>
      </p:sp>
      <p:sp>
        <p:nvSpPr>
          <p:cNvPr id="331" name="Google Shape;331;p26"/>
          <p:cNvSpPr txBox="1"/>
          <p:nvPr>
            <p:ph idx="3" type="subTitle"/>
          </p:nvPr>
        </p:nvSpPr>
        <p:spPr>
          <a:xfrm>
            <a:off x="4622700" y="1803875"/>
            <a:ext cx="1776300" cy="290700"/>
          </a:xfrm>
          <a:prstGeom prst="rect">
            <a:avLst/>
          </a:prstGeom>
        </p:spPr>
        <p:txBody>
          <a:bodyPr anchorCtr="0" anchor="ctr"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400"/>
              <a:buNone/>
              <a:defRPr>
                <a:solidFill>
                  <a:schemeClr val="dk2"/>
                </a:solidFill>
              </a:defRPr>
            </a:lvl2pPr>
            <a:lvl3pPr lvl="2" algn="ctr">
              <a:spcBef>
                <a:spcPts val="0"/>
              </a:spcBef>
              <a:spcAft>
                <a:spcPts val="0"/>
              </a:spcAft>
              <a:buClr>
                <a:schemeClr val="dk2"/>
              </a:buClr>
              <a:buSzPts val="1400"/>
              <a:buNone/>
              <a:defRPr>
                <a:solidFill>
                  <a:schemeClr val="dk2"/>
                </a:solidFill>
              </a:defRPr>
            </a:lvl3pPr>
            <a:lvl4pPr lvl="3" algn="ctr">
              <a:spcBef>
                <a:spcPts val="0"/>
              </a:spcBef>
              <a:spcAft>
                <a:spcPts val="0"/>
              </a:spcAft>
              <a:buClr>
                <a:schemeClr val="dk2"/>
              </a:buClr>
              <a:buSzPts val="1400"/>
              <a:buNone/>
              <a:defRPr>
                <a:solidFill>
                  <a:schemeClr val="dk2"/>
                </a:solidFill>
              </a:defRPr>
            </a:lvl4pPr>
            <a:lvl5pPr lvl="4" algn="ctr">
              <a:spcBef>
                <a:spcPts val="0"/>
              </a:spcBef>
              <a:spcAft>
                <a:spcPts val="0"/>
              </a:spcAft>
              <a:buClr>
                <a:schemeClr val="dk2"/>
              </a:buClr>
              <a:buSzPts val="1400"/>
              <a:buNone/>
              <a:defRPr>
                <a:solidFill>
                  <a:schemeClr val="dk2"/>
                </a:solidFill>
              </a:defRPr>
            </a:lvl5pPr>
            <a:lvl6pPr lvl="5" algn="ctr">
              <a:spcBef>
                <a:spcPts val="0"/>
              </a:spcBef>
              <a:spcAft>
                <a:spcPts val="0"/>
              </a:spcAft>
              <a:buClr>
                <a:schemeClr val="dk2"/>
              </a:buClr>
              <a:buSzPts val="1400"/>
              <a:buNone/>
              <a:defRPr>
                <a:solidFill>
                  <a:schemeClr val="dk2"/>
                </a:solidFill>
              </a:defRPr>
            </a:lvl6pPr>
            <a:lvl7pPr lvl="6" algn="ctr">
              <a:spcBef>
                <a:spcPts val="0"/>
              </a:spcBef>
              <a:spcAft>
                <a:spcPts val="0"/>
              </a:spcAft>
              <a:buClr>
                <a:schemeClr val="dk2"/>
              </a:buClr>
              <a:buSzPts val="1400"/>
              <a:buNone/>
              <a:defRPr>
                <a:solidFill>
                  <a:schemeClr val="dk2"/>
                </a:solidFill>
              </a:defRPr>
            </a:lvl7pPr>
            <a:lvl8pPr lvl="7" algn="ctr">
              <a:spcBef>
                <a:spcPts val="0"/>
              </a:spcBef>
              <a:spcAft>
                <a:spcPts val="0"/>
              </a:spcAft>
              <a:buClr>
                <a:schemeClr val="dk2"/>
              </a:buClr>
              <a:buSzPts val="1400"/>
              <a:buNone/>
              <a:defRPr>
                <a:solidFill>
                  <a:schemeClr val="dk2"/>
                </a:solidFill>
              </a:defRPr>
            </a:lvl8pPr>
            <a:lvl9pPr lvl="8" algn="ctr">
              <a:spcBef>
                <a:spcPts val="0"/>
              </a:spcBef>
              <a:spcAft>
                <a:spcPts val="0"/>
              </a:spcAft>
              <a:buClr>
                <a:schemeClr val="dk2"/>
              </a:buClr>
              <a:buSzPts val="1400"/>
              <a:buNone/>
              <a:defRPr>
                <a:solidFill>
                  <a:schemeClr val="dk2"/>
                </a:solidFill>
              </a:defRPr>
            </a:lvl9pPr>
          </a:lstStyle>
          <a:p/>
        </p:txBody>
      </p:sp>
      <p:sp>
        <p:nvSpPr>
          <p:cNvPr id="332" name="Google Shape;332;p26"/>
          <p:cNvSpPr txBox="1"/>
          <p:nvPr>
            <p:ph idx="4" type="subTitle"/>
          </p:nvPr>
        </p:nvSpPr>
        <p:spPr>
          <a:xfrm>
            <a:off x="6813656" y="1803875"/>
            <a:ext cx="1776300" cy="2907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400"/>
              <a:buFont typeface="Red Hat Display"/>
              <a:buNone/>
              <a:defRPr>
                <a:solidFill>
                  <a:schemeClr val="dk2"/>
                </a:solidFill>
              </a:defRPr>
            </a:lvl2pPr>
            <a:lvl3pPr lvl="2" algn="ctr">
              <a:spcBef>
                <a:spcPts val="0"/>
              </a:spcBef>
              <a:spcAft>
                <a:spcPts val="0"/>
              </a:spcAft>
              <a:buClr>
                <a:schemeClr val="dk2"/>
              </a:buClr>
              <a:buSzPts val="1400"/>
              <a:buFont typeface="Red Hat Display"/>
              <a:buNone/>
              <a:defRPr>
                <a:solidFill>
                  <a:schemeClr val="dk2"/>
                </a:solidFill>
              </a:defRPr>
            </a:lvl3pPr>
            <a:lvl4pPr lvl="3" algn="ctr">
              <a:spcBef>
                <a:spcPts val="0"/>
              </a:spcBef>
              <a:spcAft>
                <a:spcPts val="0"/>
              </a:spcAft>
              <a:buClr>
                <a:schemeClr val="dk2"/>
              </a:buClr>
              <a:buSzPts val="1400"/>
              <a:buFont typeface="Red Hat Display"/>
              <a:buNone/>
              <a:defRPr>
                <a:solidFill>
                  <a:schemeClr val="dk2"/>
                </a:solidFill>
              </a:defRPr>
            </a:lvl4pPr>
            <a:lvl5pPr lvl="4" algn="ctr">
              <a:spcBef>
                <a:spcPts val="0"/>
              </a:spcBef>
              <a:spcAft>
                <a:spcPts val="0"/>
              </a:spcAft>
              <a:buClr>
                <a:schemeClr val="dk2"/>
              </a:buClr>
              <a:buSzPts val="1400"/>
              <a:buFont typeface="Red Hat Display"/>
              <a:buNone/>
              <a:defRPr>
                <a:solidFill>
                  <a:schemeClr val="dk2"/>
                </a:solidFill>
              </a:defRPr>
            </a:lvl5pPr>
            <a:lvl6pPr lvl="5" algn="ctr">
              <a:spcBef>
                <a:spcPts val="0"/>
              </a:spcBef>
              <a:spcAft>
                <a:spcPts val="0"/>
              </a:spcAft>
              <a:buClr>
                <a:schemeClr val="dk2"/>
              </a:buClr>
              <a:buSzPts val="1400"/>
              <a:buFont typeface="Red Hat Display"/>
              <a:buNone/>
              <a:defRPr>
                <a:solidFill>
                  <a:schemeClr val="dk2"/>
                </a:solidFill>
              </a:defRPr>
            </a:lvl6pPr>
            <a:lvl7pPr lvl="6" algn="ctr">
              <a:spcBef>
                <a:spcPts val="0"/>
              </a:spcBef>
              <a:spcAft>
                <a:spcPts val="0"/>
              </a:spcAft>
              <a:buClr>
                <a:schemeClr val="dk2"/>
              </a:buClr>
              <a:buSzPts val="1400"/>
              <a:buFont typeface="Red Hat Display"/>
              <a:buNone/>
              <a:defRPr>
                <a:solidFill>
                  <a:schemeClr val="dk2"/>
                </a:solidFill>
              </a:defRPr>
            </a:lvl7pPr>
            <a:lvl8pPr lvl="7" algn="ctr">
              <a:spcBef>
                <a:spcPts val="0"/>
              </a:spcBef>
              <a:spcAft>
                <a:spcPts val="0"/>
              </a:spcAft>
              <a:buClr>
                <a:schemeClr val="dk2"/>
              </a:buClr>
              <a:buSzPts val="1400"/>
              <a:buFont typeface="Red Hat Display"/>
              <a:buNone/>
              <a:defRPr>
                <a:solidFill>
                  <a:schemeClr val="dk2"/>
                </a:solidFill>
              </a:defRPr>
            </a:lvl8pPr>
            <a:lvl9pPr lvl="8" algn="ctr">
              <a:spcBef>
                <a:spcPts val="0"/>
              </a:spcBef>
              <a:spcAft>
                <a:spcPts val="0"/>
              </a:spcAft>
              <a:buClr>
                <a:schemeClr val="dk2"/>
              </a:buClr>
              <a:buSzPts val="1400"/>
              <a:buFont typeface="Red Hat Display"/>
              <a:buNone/>
              <a:defRPr>
                <a:solidFill>
                  <a:schemeClr val="dk2"/>
                </a:solidFill>
              </a:defRPr>
            </a:lvl9pPr>
          </a:lstStyle>
          <a:p/>
        </p:txBody>
      </p:sp>
      <p:sp>
        <p:nvSpPr>
          <p:cNvPr id="333" name="Google Shape;333;p26"/>
          <p:cNvSpPr txBox="1"/>
          <p:nvPr>
            <p:ph idx="5" type="body"/>
          </p:nvPr>
        </p:nvSpPr>
        <p:spPr>
          <a:xfrm>
            <a:off x="561325" y="2353450"/>
            <a:ext cx="1566600" cy="1821300"/>
          </a:xfrm>
          <a:prstGeom prst="rect">
            <a:avLst/>
          </a:prstGeom>
        </p:spPr>
        <p:txBody>
          <a:bodyPr anchorCtr="0" anchor="t" bIns="0" lIns="0" spcFirstLastPara="1" rIns="0" wrap="square" tIns="0">
            <a:spAutoFit/>
          </a:bodyPr>
          <a:lstStyle>
            <a:lvl1pPr indent="-279400" lvl="0" marL="457200">
              <a:lnSpc>
                <a:spcPct val="115000"/>
              </a:lnSpc>
              <a:spcBef>
                <a:spcPts val="0"/>
              </a:spcBef>
              <a:spcAft>
                <a:spcPts val="0"/>
              </a:spcAft>
              <a:buClr>
                <a:schemeClr val="lt1"/>
              </a:buClr>
              <a:buSzPts val="800"/>
              <a:buFont typeface="Red Hat Display"/>
              <a:buChar char="●"/>
              <a:defRPr sz="800"/>
            </a:lvl1pPr>
            <a:lvl2pPr indent="-279400" lvl="1" marL="914400">
              <a:lnSpc>
                <a:spcPct val="115000"/>
              </a:lnSpc>
              <a:spcBef>
                <a:spcPts val="0"/>
              </a:spcBef>
              <a:spcAft>
                <a:spcPts val="0"/>
              </a:spcAft>
              <a:buClr>
                <a:schemeClr val="lt1"/>
              </a:buClr>
              <a:buSzPts val="800"/>
              <a:buFont typeface="Red Hat Display"/>
              <a:buChar char="○"/>
              <a:defRPr sz="800"/>
            </a:lvl2pPr>
            <a:lvl3pPr indent="-279400" lvl="2" marL="1371600">
              <a:lnSpc>
                <a:spcPct val="115000"/>
              </a:lnSpc>
              <a:spcBef>
                <a:spcPts val="0"/>
              </a:spcBef>
              <a:spcAft>
                <a:spcPts val="0"/>
              </a:spcAft>
              <a:buClr>
                <a:schemeClr val="lt1"/>
              </a:buClr>
              <a:buSzPts val="800"/>
              <a:buFont typeface="Red Hat Display"/>
              <a:buChar char="■"/>
              <a:defRPr sz="800"/>
            </a:lvl3pPr>
            <a:lvl4pPr indent="-279400" lvl="3" marL="1828800">
              <a:lnSpc>
                <a:spcPct val="115000"/>
              </a:lnSpc>
              <a:spcBef>
                <a:spcPts val="0"/>
              </a:spcBef>
              <a:spcAft>
                <a:spcPts val="0"/>
              </a:spcAft>
              <a:buClr>
                <a:schemeClr val="lt1"/>
              </a:buClr>
              <a:buSzPts val="800"/>
              <a:buFont typeface="Red Hat Display"/>
              <a:buChar char="●"/>
              <a:defRPr sz="800"/>
            </a:lvl4pPr>
            <a:lvl5pPr indent="-279400" lvl="4" marL="2286000">
              <a:lnSpc>
                <a:spcPct val="115000"/>
              </a:lnSpc>
              <a:spcBef>
                <a:spcPts val="0"/>
              </a:spcBef>
              <a:spcAft>
                <a:spcPts val="0"/>
              </a:spcAft>
              <a:buClr>
                <a:schemeClr val="lt1"/>
              </a:buClr>
              <a:buSzPts val="800"/>
              <a:buFont typeface="Red Hat Display"/>
              <a:buChar char="○"/>
              <a:defRPr sz="800"/>
            </a:lvl5pPr>
            <a:lvl6pPr indent="-279400" lvl="5" marL="2743200">
              <a:lnSpc>
                <a:spcPct val="115000"/>
              </a:lnSpc>
              <a:spcBef>
                <a:spcPts val="0"/>
              </a:spcBef>
              <a:spcAft>
                <a:spcPts val="0"/>
              </a:spcAft>
              <a:buClr>
                <a:schemeClr val="lt1"/>
              </a:buClr>
              <a:buSzPts val="800"/>
              <a:buFont typeface="Red Hat Display"/>
              <a:buChar char="■"/>
              <a:defRPr sz="800"/>
            </a:lvl6pPr>
            <a:lvl7pPr indent="-279400" lvl="6" marL="3200400">
              <a:lnSpc>
                <a:spcPct val="115000"/>
              </a:lnSpc>
              <a:spcBef>
                <a:spcPts val="0"/>
              </a:spcBef>
              <a:spcAft>
                <a:spcPts val="0"/>
              </a:spcAft>
              <a:buClr>
                <a:schemeClr val="lt1"/>
              </a:buClr>
              <a:buSzPts val="800"/>
              <a:buFont typeface="Red Hat Display"/>
              <a:buChar char="●"/>
              <a:defRPr sz="800"/>
            </a:lvl7pPr>
            <a:lvl8pPr indent="-279400" lvl="7" marL="3657600">
              <a:lnSpc>
                <a:spcPct val="115000"/>
              </a:lnSpc>
              <a:spcBef>
                <a:spcPts val="0"/>
              </a:spcBef>
              <a:spcAft>
                <a:spcPts val="0"/>
              </a:spcAft>
              <a:buClr>
                <a:schemeClr val="lt1"/>
              </a:buClr>
              <a:buSzPts val="800"/>
              <a:buFont typeface="Red Hat Display"/>
              <a:buChar char="○"/>
              <a:defRPr sz="800"/>
            </a:lvl8pPr>
            <a:lvl9pPr indent="-279400" lvl="8" marL="4114800">
              <a:lnSpc>
                <a:spcPct val="115000"/>
              </a:lnSpc>
              <a:spcBef>
                <a:spcPts val="0"/>
              </a:spcBef>
              <a:spcAft>
                <a:spcPts val="0"/>
              </a:spcAft>
              <a:buClr>
                <a:schemeClr val="lt1"/>
              </a:buClr>
              <a:buSzPts val="800"/>
              <a:buFont typeface="Red Hat Display"/>
              <a:buChar char="■"/>
              <a:defRPr sz="800"/>
            </a:lvl9pPr>
          </a:lstStyle>
          <a:p/>
        </p:txBody>
      </p:sp>
      <p:sp>
        <p:nvSpPr>
          <p:cNvPr id="334" name="Google Shape;334;p26"/>
          <p:cNvSpPr txBox="1"/>
          <p:nvPr>
            <p:ph idx="6" type="body"/>
          </p:nvPr>
        </p:nvSpPr>
        <p:spPr>
          <a:xfrm>
            <a:off x="2757388" y="2353450"/>
            <a:ext cx="1566600" cy="1821300"/>
          </a:xfrm>
          <a:prstGeom prst="rect">
            <a:avLst/>
          </a:prstGeom>
        </p:spPr>
        <p:txBody>
          <a:bodyPr anchorCtr="0" anchor="t" bIns="0" lIns="0" spcFirstLastPara="1" rIns="0" wrap="square" tIns="0">
            <a:spAutoFit/>
          </a:bodyPr>
          <a:lstStyle>
            <a:lvl1pPr indent="-279400" lvl="0" marL="457200">
              <a:lnSpc>
                <a:spcPct val="115000"/>
              </a:lnSpc>
              <a:spcBef>
                <a:spcPts val="0"/>
              </a:spcBef>
              <a:spcAft>
                <a:spcPts val="0"/>
              </a:spcAft>
              <a:buClr>
                <a:schemeClr val="lt1"/>
              </a:buClr>
              <a:buSzPts val="800"/>
              <a:buFont typeface="Red Hat Display"/>
              <a:buChar char="●"/>
              <a:defRPr sz="800"/>
            </a:lvl1pPr>
            <a:lvl2pPr indent="-279400" lvl="1" marL="914400">
              <a:lnSpc>
                <a:spcPct val="115000"/>
              </a:lnSpc>
              <a:spcBef>
                <a:spcPts val="0"/>
              </a:spcBef>
              <a:spcAft>
                <a:spcPts val="0"/>
              </a:spcAft>
              <a:buClr>
                <a:schemeClr val="lt1"/>
              </a:buClr>
              <a:buSzPts val="800"/>
              <a:buFont typeface="Red Hat Display"/>
              <a:buChar char="○"/>
              <a:defRPr sz="800"/>
            </a:lvl2pPr>
            <a:lvl3pPr indent="-279400" lvl="2" marL="1371600">
              <a:lnSpc>
                <a:spcPct val="115000"/>
              </a:lnSpc>
              <a:spcBef>
                <a:spcPts val="0"/>
              </a:spcBef>
              <a:spcAft>
                <a:spcPts val="0"/>
              </a:spcAft>
              <a:buClr>
                <a:schemeClr val="lt1"/>
              </a:buClr>
              <a:buSzPts val="800"/>
              <a:buFont typeface="Red Hat Display"/>
              <a:buChar char="■"/>
              <a:defRPr sz="800"/>
            </a:lvl3pPr>
            <a:lvl4pPr indent="-279400" lvl="3" marL="1828800">
              <a:lnSpc>
                <a:spcPct val="115000"/>
              </a:lnSpc>
              <a:spcBef>
                <a:spcPts val="0"/>
              </a:spcBef>
              <a:spcAft>
                <a:spcPts val="0"/>
              </a:spcAft>
              <a:buClr>
                <a:schemeClr val="lt1"/>
              </a:buClr>
              <a:buSzPts val="800"/>
              <a:buFont typeface="Red Hat Display"/>
              <a:buChar char="●"/>
              <a:defRPr sz="800"/>
            </a:lvl4pPr>
            <a:lvl5pPr indent="-279400" lvl="4" marL="2286000">
              <a:lnSpc>
                <a:spcPct val="115000"/>
              </a:lnSpc>
              <a:spcBef>
                <a:spcPts val="0"/>
              </a:spcBef>
              <a:spcAft>
                <a:spcPts val="0"/>
              </a:spcAft>
              <a:buClr>
                <a:schemeClr val="lt1"/>
              </a:buClr>
              <a:buSzPts val="800"/>
              <a:buFont typeface="Red Hat Display"/>
              <a:buChar char="○"/>
              <a:defRPr sz="800"/>
            </a:lvl5pPr>
            <a:lvl6pPr indent="-279400" lvl="5" marL="2743200">
              <a:lnSpc>
                <a:spcPct val="115000"/>
              </a:lnSpc>
              <a:spcBef>
                <a:spcPts val="0"/>
              </a:spcBef>
              <a:spcAft>
                <a:spcPts val="0"/>
              </a:spcAft>
              <a:buClr>
                <a:schemeClr val="lt1"/>
              </a:buClr>
              <a:buSzPts val="800"/>
              <a:buFont typeface="Red Hat Display"/>
              <a:buChar char="■"/>
              <a:defRPr sz="800"/>
            </a:lvl6pPr>
            <a:lvl7pPr indent="-279400" lvl="6" marL="3200400">
              <a:lnSpc>
                <a:spcPct val="115000"/>
              </a:lnSpc>
              <a:spcBef>
                <a:spcPts val="0"/>
              </a:spcBef>
              <a:spcAft>
                <a:spcPts val="0"/>
              </a:spcAft>
              <a:buClr>
                <a:schemeClr val="lt1"/>
              </a:buClr>
              <a:buSzPts val="800"/>
              <a:buFont typeface="Red Hat Display"/>
              <a:buChar char="●"/>
              <a:defRPr sz="800"/>
            </a:lvl7pPr>
            <a:lvl8pPr indent="-279400" lvl="7" marL="3657600">
              <a:lnSpc>
                <a:spcPct val="115000"/>
              </a:lnSpc>
              <a:spcBef>
                <a:spcPts val="0"/>
              </a:spcBef>
              <a:spcAft>
                <a:spcPts val="0"/>
              </a:spcAft>
              <a:buClr>
                <a:schemeClr val="lt1"/>
              </a:buClr>
              <a:buSzPts val="800"/>
              <a:buFont typeface="Red Hat Display"/>
              <a:buChar char="○"/>
              <a:defRPr sz="800"/>
            </a:lvl8pPr>
            <a:lvl9pPr indent="-279400" lvl="8" marL="4114800">
              <a:lnSpc>
                <a:spcPct val="115000"/>
              </a:lnSpc>
              <a:spcBef>
                <a:spcPts val="0"/>
              </a:spcBef>
              <a:spcAft>
                <a:spcPts val="0"/>
              </a:spcAft>
              <a:buClr>
                <a:schemeClr val="lt1"/>
              </a:buClr>
              <a:buSzPts val="800"/>
              <a:buFont typeface="Red Hat Display"/>
              <a:buChar char="■"/>
              <a:defRPr sz="800"/>
            </a:lvl9pPr>
          </a:lstStyle>
          <a:p/>
        </p:txBody>
      </p:sp>
      <p:sp>
        <p:nvSpPr>
          <p:cNvPr id="335" name="Google Shape;335;p26"/>
          <p:cNvSpPr txBox="1"/>
          <p:nvPr>
            <p:ph idx="7" type="body"/>
          </p:nvPr>
        </p:nvSpPr>
        <p:spPr>
          <a:xfrm>
            <a:off x="4958413" y="2353450"/>
            <a:ext cx="1566600" cy="1821300"/>
          </a:xfrm>
          <a:prstGeom prst="rect">
            <a:avLst/>
          </a:prstGeom>
        </p:spPr>
        <p:txBody>
          <a:bodyPr anchorCtr="0" anchor="t" bIns="0" lIns="0" spcFirstLastPara="1" rIns="0" wrap="square" tIns="0">
            <a:spAutoFit/>
          </a:bodyPr>
          <a:lstStyle>
            <a:lvl1pPr indent="-279400" lvl="0" marL="457200">
              <a:spcBef>
                <a:spcPts val="0"/>
              </a:spcBef>
              <a:spcAft>
                <a:spcPts val="0"/>
              </a:spcAft>
              <a:buSzPts val="800"/>
              <a:buFont typeface="Red Hat Display"/>
              <a:buChar char="●"/>
              <a:defRPr sz="800"/>
            </a:lvl1pPr>
            <a:lvl2pPr indent="-279400" lvl="1" marL="914400">
              <a:spcBef>
                <a:spcPts val="0"/>
              </a:spcBef>
              <a:spcAft>
                <a:spcPts val="0"/>
              </a:spcAft>
              <a:buSzPts val="800"/>
              <a:buFont typeface="Red Hat Display"/>
              <a:buChar char="○"/>
              <a:defRPr sz="800"/>
            </a:lvl2pPr>
            <a:lvl3pPr indent="-279400" lvl="2" marL="1371600">
              <a:spcBef>
                <a:spcPts val="0"/>
              </a:spcBef>
              <a:spcAft>
                <a:spcPts val="0"/>
              </a:spcAft>
              <a:buSzPts val="800"/>
              <a:buFont typeface="Red Hat Display"/>
              <a:buChar char="■"/>
              <a:defRPr sz="800"/>
            </a:lvl3pPr>
            <a:lvl4pPr indent="-279400" lvl="3" marL="1828800">
              <a:spcBef>
                <a:spcPts val="0"/>
              </a:spcBef>
              <a:spcAft>
                <a:spcPts val="0"/>
              </a:spcAft>
              <a:buSzPts val="800"/>
              <a:buFont typeface="Red Hat Display"/>
              <a:buChar char="●"/>
              <a:defRPr sz="800"/>
            </a:lvl4pPr>
            <a:lvl5pPr indent="-279400" lvl="4" marL="2286000">
              <a:spcBef>
                <a:spcPts val="0"/>
              </a:spcBef>
              <a:spcAft>
                <a:spcPts val="0"/>
              </a:spcAft>
              <a:buSzPts val="800"/>
              <a:buFont typeface="Red Hat Display"/>
              <a:buChar char="○"/>
              <a:defRPr sz="800"/>
            </a:lvl5pPr>
            <a:lvl6pPr indent="-279400" lvl="5" marL="2743200">
              <a:spcBef>
                <a:spcPts val="0"/>
              </a:spcBef>
              <a:spcAft>
                <a:spcPts val="0"/>
              </a:spcAft>
              <a:buSzPts val="800"/>
              <a:buFont typeface="Red Hat Display"/>
              <a:buChar char="■"/>
              <a:defRPr sz="800"/>
            </a:lvl6pPr>
            <a:lvl7pPr indent="-279400" lvl="6" marL="3200400">
              <a:spcBef>
                <a:spcPts val="0"/>
              </a:spcBef>
              <a:spcAft>
                <a:spcPts val="0"/>
              </a:spcAft>
              <a:buSzPts val="800"/>
              <a:buFont typeface="Red Hat Display"/>
              <a:buChar char="●"/>
              <a:defRPr sz="800"/>
            </a:lvl7pPr>
            <a:lvl8pPr indent="-279400" lvl="7" marL="3657600">
              <a:spcBef>
                <a:spcPts val="0"/>
              </a:spcBef>
              <a:spcAft>
                <a:spcPts val="0"/>
              </a:spcAft>
              <a:buSzPts val="800"/>
              <a:buFont typeface="Red Hat Display"/>
              <a:buChar char="○"/>
              <a:defRPr sz="800"/>
            </a:lvl8pPr>
            <a:lvl9pPr indent="-279400" lvl="8" marL="4114800">
              <a:spcBef>
                <a:spcPts val="0"/>
              </a:spcBef>
              <a:spcAft>
                <a:spcPts val="0"/>
              </a:spcAft>
              <a:buSzPts val="800"/>
              <a:buFont typeface="Red Hat Display"/>
              <a:buChar char="■"/>
              <a:defRPr sz="800"/>
            </a:lvl9pPr>
          </a:lstStyle>
          <a:p/>
        </p:txBody>
      </p:sp>
      <p:sp>
        <p:nvSpPr>
          <p:cNvPr id="336" name="Google Shape;336;p26"/>
          <p:cNvSpPr txBox="1"/>
          <p:nvPr>
            <p:ph idx="8" type="body"/>
          </p:nvPr>
        </p:nvSpPr>
        <p:spPr>
          <a:xfrm>
            <a:off x="7146863" y="2353450"/>
            <a:ext cx="1566600" cy="1821300"/>
          </a:xfrm>
          <a:prstGeom prst="rect">
            <a:avLst/>
          </a:prstGeom>
        </p:spPr>
        <p:txBody>
          <a:bodyPr anchorCtr="0" anchor="t" bIns="0" lIns="0" spcFirstLastPara="1" rIns="0" wrap="square" tIns="0">
            <a:spAutoFit/>
          </a:bodyPr>
          <a:lstStyle>
            <a:lvl1pPr indent="-279400" lvl="0" marL="457200">
              <a:lnSpc>
                <a:spcPct val="115000"/>
              </a:lnSpc>
              <a:spcBef>
                <a:spcPts val="0"/>
              </a:spcBef>
              <a:spcAft>
                <a:spcPts val="0"/>
              </a:spcAft>
              <a:buClr>
                <a:schemeClr val="lt1"/>
              </a:buClr>
              <a:buSzPts val="800"/>
              <a:buFont typeface="Red Hat Display"/>
              <a:buChar char="●"/>
              <a:defRPr sz="800"/>
            </a:lvl1pPr>
            <a:lvl2pPr indent="-279400" lvl="1" marL="914400">
              <a:lnSpc>
                <a:spcPct val="115000"/>
              </a:lnSpc>
              <a:spcBef>
                <a:spcPts val="0"/>
              </a:spcBef>
              <a:spcAft>
                <a:spcPts val="0"/>
              </a:spcAft>
              <a:buClr>
                <a:schemeClr val="lt1"/>
              </a:buClr>
              <a:buSzPts val="800"/>
              <a:buFont typeface="Red Hat Display"/>
              <a:buChar char="○"/>
              <a:defRPr sz="800"/>
            </a:lvl2pPr>
            <a:lvl3pPr indent="-279400" lvl="2" marL="1371600">
              <a:lnSpc>
                <a:spcPct val="115000"/>
              </a:lnSpc>
              <a:spcBef>
                <a:spcPts val="0"/>
              </a:spcBef>
              <a:spcAft>
                <a:spcPts val="0"/>
              </a:spcAft>
              <a:buClr>
                <a:schemeClr val="lt1"/>
              </a:buClr>
              <a:buSzPts val="800"/>
              <a:buFont typeface="Red Hat Display"/>
              <a:buChar char="■"/>
              <a:defRPr sz="800"/>
            </a:lvl3pPr>
            <a:lvl4pPr indent="-279400" lvl="3" marL="1828800">
              <a:lnSpc>
                <a:spcPct val="115000"/>
              </a:lnSpc>
              <a:spcBef>
                <a:spcPts val="0"/>
              </a:spcBef>
              <a:spcAft>
                <a:spcPts val="0"/>
              </a:spcAft>
              <a:buClr>
                <a:schemeClr val="lt1"/>
              </a:buClr>
              <a:buSzPts val="800"/>
              <a:buFont typeface="Red Hat Display"/>
              <a:buChar char="●"/>
              <a:defRPr sz="800"/>
            </a:lvl4pPr>
            <a:lvl5pPr indent="-279400" lvl="4" marL="2286000">
              <a:lnSpc>
                <a:spcPct val="115000"/>
              </a:lnSpc>
              <a:spcBef>
                <a:spcPts val="0"/>
              </a:spcBef>
              <a:spcAft>
                <a:spcPts val="0"/>
              </a:spcAft>
              <a:buClr>
                <a:schemeClr val="lt1"/>
              </a:buClr>
              <a:buSzPts val="800"/>
              <a:buFont typeface="Red Hat Display"/>
              <a:buChar char="○"/>
              <a:defRPr sz="800"/>
            </a:lvl5pPr>
            <a:lvl6pPr indent="-279400" lvl="5" marL="2743200">
              <a:lnSpc>
                <a:spcPct val="115000"/>
              </a:lnSpc>
              <a:spcBef>
                <a:spcPts val="0"/>
              </a:spcBef>
              <a:spcAft>
                <a:spcPts val="0"/>
              </a:spcAft>
              <a:buClr>
                <a:schemeClr val="lt1"/>
              </a:buClr>
              <a:buSzPts val="800"/>
              <a:buFont typeface="Red Hat Display"/>
              <a:buChar char="■"/>
              <a:defRPr sz="800"/>
            </a:lvl6pPr>
            <a:lvl7pPr indent="-279400" lvl="6" marL="3200400">
              <a:lnSpc>
                <a:spcPct val="115000"/>
              </a:lnSpc>
              <a:spcBef>
                <a:spcPts val="0"/>
              </a:spcBef>
              <a:spcAft>
                <a:spcPts val="0"/>
              </a:spcAft>
              <a:buClr>
                <a:schemeClr val="lt1"/>
              </a:buClr>
              <a:buSzPts val="800"/>
              <a:buFont typeface="Red Hat Display"/>
              <a:buChar char="●"/>
              <a:defRPr sz="800"/>
            </a:lvl7pPr>
            <a:lvl8pPr indent="-279400" lvl="7" marL="3657600">
              <a:lnSpc>
                <a:spcPct val="115000"/>
              </a:lnSpc>
              <a:spcBef>
                <a:spcPts val="0"/>
              </a:spcBef>
              <a:spcAft>
                <a:spcPts val="0"/>
              </a:spcAft>
              <a:buClr>
                <a:schemeClr val="lt1"/>
              </a:buClr>
              <a:buSzPts val="800"/>
              <a:buFont typeface="Red Hat Display"/>
              <a:buChar char="○"/>
              <a:defRPr sz="800"/>
            </a:lvl8pPr>
            <a:lvl9pPr indent="-279400" lvl="8" marL="4114800">
              <a:lnSpc>
                <a:spcPct val="115000"/>
              </a:lnSpc>
              <a:spcBef>
                <a:spcPts val="0"/>
              </a:spcBef>
              <a:spcAft>
                <a:spcPts val="0"/>
              </a:spcAft>
              <a:buClr>
                <a:schemeClr val="lt1"/>
              </a:buClr>
              <a:buSzPts val="800"/>
              <a:buFont typeface="Red Hat Display"/>
              <a:buChar char="■"/>
              <a:defRPr sz="800"/>
            </a:lvl9pPr>
          </a:lstStyle>
          <a:p/>
        </p:txBody>
      </p:sp>
      <p:sp>
        <p:nvSpPr>
          <p:cNvPr id="337" name="Google Shape;337;p26"/>
          <p:cNvSpPr txBox="1"/>
          <p:nvPr>
            <p:ph idx="9" type="subTitle"/>
          </p:nvPr>
        </p:nvSpPr>
        <p:spPr>
          <a:xfrm>
            <a:off x="609600" y="457200"/>
            <a:ext cx="4015800" cy="264600"/>
          </a:xfrm>
          <a:prstGeom prst="rect">
            <a:avLst/>
          </a:prstGeom>
        </p:spPr>
        <p:txBody>
          <a:bodyPr anchorCtr="0" anchor="b" bIns="0" lIns="0" spcFirstLastPara="1" rIns="0" wrap="square" tIns="0">
            <a:noAutofit/>
          </a:bodyPr>
          <a:lstStyle>
            <a:lvl1pPr lvl="0">
              <a:spcBef>
                <a:spcPts val="0"/>
              </a:spcBef>
              <a:spcAft>
                <a:spcPts val="0"/>
              </a:spcAft>
              <a:buClr>
                <a:schemeClr val="accent3"/>
              </a:buClr>
              <a:buSzPts val="1000"/>
              <a:buFont typeface="Red Hat Display"/>
              <a:buNone/>
              <a:defRPr sz="1000">
                <a:solidFill>
                  <a:schemeClr val="accent3"/>
                </a:solidFill>
              </a:defRPr>
            </a:lvl1pPr>
            <a:lvl2pPr lvl="1">
              <a:spcBef>
                <a:spcPts val="0"/>
              </a:spcBef>
              <a:spcAft>
                <a:spcPts val="0"/>
              </a:spcAft>
              <a:buClr>
                <a:schemeClr val="accent3"/>
              </a:buClr>
              <a:buSzPts val="1400"/>
              <a:buFont typeface="Red Hat Display"/>
              <a:buNone/>
              <a:defRPr>
                <a:solidFill>
                  <a:schemeClr val="accent3"/>
                </a:solidFill>
              </a:defRPr>
            </a:lvl2pPr>
            <a:lvl3pPr lvl="2">
              <a:spcBef>
                <a:spcPts val="0"/>
              </a:spcBef>
              <a:spcAft>
                <a:spcPts val="0"/>
              </a:spcAft>
              <a:buClr>
                <a:schemeClr val="accent3"/>
              </a:buClr>
              <a:buSzPts val="1400"/>
              <a:buFont typeface="Red Hat Display"/>
              <a:buNone/>
              <a:defRPr>
                <a:solidFill>
                  <a:schemeClr val="accent3"/>
                </a:solidFill>
              </a:defRPr>
            </a:lvl3pPr>
            <a:lvl4pPr lvl="3">
              <a:spcBef>
                <a:spcPts val="0"/>
              </a:spcBef>
              <a:spcAft>
                <a:spcPts val="0"/>
              </a:spcAft>
              <a:buClr>
                <a:schemeClr val="accent3"/>
              </a:buClr>
              <a:buSzPts val="1400"/>
              <a:buFont typeface="Red Hat Display"/>
              <a:buNone/>
              <a:defRPr>
                <a:solidFill>
                  <a:schemeClr val="accent3"/>
                </a:solidFill>
              </a:defRPr>
            </a:lvl4pPr>
            <a:lvl5pPr lvl="4">
              <a:spcBef>
                <a:spcPts val="0"/>
              </a:spcBef>
              <a:spcAft>
                <a:spcPts val="0"/>
              </a:spcAft>
              <a:buClr>
                <a:schemeClr val="accent3"/>
              </a:buClr>
              <a:buSzPts val="1400"/>
              <a:buFont typeface="Red Hat Display"/>
              <a:buNone/>
              <a:defRPr>
                <a:solidFill>
                  <a:schemeClr val="accent3"/>
                </a:solidFill>
              </a:defRPr>
            </a:lvl5pPr>
            <a:lvl6pPr lvl="5">
              <a:spcBef>
                <a:spcPts val="0"/>
              </a:spcBef>
              <a:spcAft>
                <a:spcPts val="0"/>
              </a:spcAft>
              <a:buClr>
                <a:schemeClr val="accent3"/>
              </a:buClr>
              <a:buSzPts val="1400"/>
              <a:buFont typeface="Red Hat Display"/>
              <a:buNone/>
              <a:defRPr>
                <a:solidFill>
                  <a:schemeClr val="accent3"/>
                </a:solidFill>
              </a:defRPr>
            </a:lvl6pPr>
            <a:lvl7pPr lvl="6">
              <a:spcBef>
                <a:spcPts val="0"/>
              </a:spcBef>
              <a:spcAft>
                <a:spcPts val="0"/>
              </a:spcAft>
              <a:buClr>
                <a:schemeClr val="accent3"/>
              </a:buClr>
              <a:buSzPts val="1400"/>
              <a:buFont typeface="Red Hat Display"/>
              <a:buNone/>
              <a:defRPr>
                <a:solidFill>
                  <a:schemeClr val="accent3"/>
                </a:solidFill>
              </a:defRPr>
            </a:lvl7pPr>
            <a:lvl8pPr lvl="7">
              <a:spcBef>
                <a:spcPts val="0"/>
              </a:spcBef>
              <a:spcAft>
                <a:spcPts val="0"/>
              </a:spcAft>
              <a:buClr>
                <a:schemeClr val="accent3"/>
              </a:buClr>
              <a:buSzPts val="1400"/>
              <a:buFont typeface="Red Hat Display"/>
              <a:buNone/>
              <a:defRPr>
                <a:solidFill>
                  <a:schemeClr val="accent3"/>
                </a:solidFill>
              </a:defRPr>
            </a:lvl8pPr>
            <a:lvl9pPr lvl="8">
              <a:spcBef>
                <a:spcPts val="0"/>
              </a:spcBef>
              <a:spcAft>
                <a:spcPts val="0"/>
              </a:spcAft>
              <a:buClr>
                <a:schemeClr val="accent3"/>
              </a:buClr>
              <a:buSzPts val="1400"/>
              <a:buFont typeface="Red Hat Display"/>
              <a:buNone/>
              <a:defRPr>
                <a:solidFill>
                  <a:schemeClr val="accent3"/>
                </a:solidFill>
              </a:defRPr>
            </a:lvl9pPr>
          </a:lstStyle>
          <a:p/>
        </p:txBody>
      </p:sp>
      <p:sp>
        <p:nvSpPr>
          <p:cNvPr id="338" name="Google Shape;338;p26"/>
          <p:cNvSpPr/>
          <p:nvPr/>
        </p:nvSpPr>
        <p:spPr>
          <a:xfrm>
            <a:off x="225998" y="580123"/>
            <a:ext cx="253800" cy="276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p:cSld name="CUSTOM_5_2_3">
    <p:spTree>
      <p:nvGrpSpPr>
        <p:cNvPr id="339" name="Shape 339"/>
        <p:cNvGrpSpPr/>
        <p:nvPr/>
      </p:nvGrpSpPr>
      <p:grpSpPr>
        <a:xfrm>
          <a:off x="0" y="0"/>
          <a:ext cx="0" cy="0"/>
          <a:chOff x="0" y="0"/>
          <a:chExt cx="0" cy="0"/>
        </a:xfrm>
      </p:grpSpPr>
      <p:sp>
        <p:nvSpPr>
          <p:cNvPr id="340" name="Google Shape;340;p27"/>
          <p:cNvSpPr txBox="1"/>
          <p:nvPr>
            <p:ph type="title"/>
          </p:nvPr>
        </p:nvSpPr>
        <p:spPr>
          <a:xfrm>
            <a:off x="609600" y="724825"/>
            <a:ext cx="40158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341" name="Google Shape;341;p27"/>
          <p:cNvSpPr txBox="1"/>
          <p:nvPr>
            <p:ph idx="1" type="subTitle"/>
          </p:nvPr>
        </p:nvSpPr>
        <p:spPr>
          <a:xfrm>
            <a:off x="609600" y="457200"/>
            <a:ext cx="4015800" cy="264600"/>
          </a:xfrm>
          <a:prstGeom prst="rect">
            <a:avLst/>
          </a:prstGeom>
        </p:spPr>
        <p:txBody>
          <a:bodyPr anchorCtr="0" anchor="b" bIns="0" lIns="0" spcFirstLastPara="1" rIns="0" wrap="square" tIns="0">
            <a:noAutofit/>
          </a:bodyPr>
          <a:lstStyle>
            <a:lvl1pPr lvl="0">
              <a:spcBef>
                <a:spcPts val="0"/>
              </a:spcBef>
              <a:spcAft>
                <a:spcPts val="0"/>
              </a:spcAft>
              <a:buClr>
                <a:schemeClr val="accent3"/>
              </a:buClr>
              <a:buSzPts val="1000"/>
              <a:buFont typeface="Red Hat Display"/>
              <a:buNone/>
              <a:defRPr sz="1000">
                <a:solidFill>
                  <a:schemeClr val="accent3"/>
                </a:solidFill>
              </a:defRPr>
            </a:lvl1pPr>
            <a:lvl2pPr lvl="1">
              <a:spcBef>
                <a:spcPts val="0"/>
              </a:spcBef>
              <a:spcAft>
                <a:spcPts val="0"/>
              </a:spcAft>
              <a:buClr>
                <a:schemeClr val="accent3"/>
              </a:buClr>
              <a:buSzPts val="1400"/>
              <a:buFont typeface="Red Hat Display"/>
              <a:buNone/>
              <a:defRPr>
                <a:solidFill>
                  <a:schemeClr val="accent3"/>
                </a:solidFill>
              </a:defRPr>
            </a:lvl2pPr>
            <a:lvl3pPr lvl="2">
              <a:spcBef>
                <a:spcPts val="0"/>
              </a:spcBef>
              <a:spcAft>
                <a:spcPts val="0"/>
              </a:spcAft>
              <a:buClr>
                <a:schemeClr val="accent3"/>
              </a:buClr>
              <a:buSzPts val="1400"/>
              <a:buFont typeface="Red Hat Display"/>
              <a:buNone/>
              <a:defRPr>
                <a:solidFill>
                  <a:schemeClr val="accent3"/>
                </a:solidFill>
              </a:defRPr>
            </a:lvl3pPr>
            <a:lvl4pPr lvl="3">
              <a:spcBef>
                <a:spcPts val="0"/>
              </a:spcBef>
              <a:spcAft>
                <a:spcPts val="0"/>
              </a:spcAft>
              <a:buClr>
                <a:schemeClr val="accent3"/>
              </a:buClr>
              <a:buSzPts val="1400"/>
              <a:buFont typeface="Red Hat Display"/>
              <a:buNone/>
              <a:defRPr>
                <a:solidFill>
                  <a:schemeClr val="accent3"/>
                </a:solidFill>
              </a:defRPr>
            </a:lvl4pPr>
            <a:lvl5pPr lvl="4">
              <a:spcBef>
                <a:spcPts val="0"/>
              </a:spcBef>
              <a:spcAft>
                <a:spcPts val="0"/>
              </a:spcAft>
              <a:buClr>
                <a:schemeClr val="accent3"/>
              </a:buClr>
              <a:buSzPts val="1400"/>
              <a:buFont typeface="Red Hat Display"/>
              <a:buNone/>
              <a:defRPr>
                <a:solidFill>
                  <a:schemeClr val="accent3"/>
                </a:solidFill>
              </a:defRPr>
            </a:lvl5pPr>
            <a:lvl6pPr lvl="5">
              <a:spcBef>
                <a:spcPts val="0"/>
              </a:spcBef>
              <a:spcAft>
                <a:spcPts val="0"/>
              </a:spcAft>
              <a:buClr>
                <a:schemeClr val="accent3"/>
              </a:buClr>
              <a:buSzPts val="1400"/>
              <a:buFont typeface="Red Hat Display"/>
              <a:buNone/>
              <a:defRPr>
                <a:solidFill>
                  <a:schemeClr val="accent3"/>
                </a:solidFill>
              </a:defRPr>
            </a:lvl6pPr>
            <a:lvl7pPr lvl="6">
              <a:spcBef>
                <a:spcPts val="0"/>
              </a:spcBef>
              <a:spcAft>
                <a:spcPts val="0"/>
              </a:spcAft>
              <a:buClr>
                <a:schemeClr val="accent3"/>
              </a:buClr>
              <a:buSzPts val="1400"/>
              <a:buFont typeface="Red Hat Display"/>
              <a:buNone/>
              <a:defRPr>
                <a:solidFill>
                  <a:schemeClr val="accent3"/>
                </a:solidFill>
              </a:defRPr>
            </a:lvl7pPr>
            <a:lvl8pPr lvl="7">
              <a:spcBef>
                <a:spcPts val="0"/>
              </a:spcBef>
              <a:spcAft>
                <a:spcPts val="0"/>
              </a:spcAft>
              <a:buClr>
                <a:schemeClr val="accent3"/>
              </a:buClr>
              <a:buSzPts val="1400"/>
              <a:buFont typeface="Red Hat Display"/>
              <a:buNone/>
              <a:defRPr>
                <a:solidFill>
                  <a:schemeClr val="accent3"/>
                </a:solidFill>
              </a:defRPr>
            </a:lvl8pPr>
            <a:lvl9pPr lvl="8">
              <a:spcBef>
                <a:spcPts val="0"/>
              </a:spcBef>
              <a:spcAft>
                <a:spcPts val="0"/>
              </a:spcAft>
              <a:buClr>
                <a:schemeClr val="accent3"/>
              </a:buClr>
              <a:buSzPts val="1400"/>
              <a:buFont typeface="Red Hat Display"/>
              <a:buNone/>
              <a:defRPr>
                <a:solidFill>
                  <a:schemeClr val="accent3"/>
                </a:solidFill>
              </a:defRPr>
            </a:lvl9pPr>
          </a:lstStyle>
          <a:p/>
        </p:txBody>
      </p:sp>
      <p:sp>
        <p:nvSpPr>
          <p:cNvPr id="342" name="Google Shape;342;p27"/>
          <p:cNvSpPr/>
          <p:nvPr/>
        </p:nvSpPr>
        <p:spPr>
          <a:xfrm>
            <a:off x="225998" y="580123"/>
            <a:ext cx="253800" cy="276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43" name="Google Shape;343;p27"/>
          <p:cNvSpPr/>
          <p:nvPr/>
        </p:nvSpPr>
        <p:spPr>
          <a:xfrm>
            <a:off x="225998" y="580123"/>
            <a:ext cx="253800" cy="276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latin typeface="Red Hat Display"/>
              <a:ea typeface="Red Hat Display"/>
              <a:cs typeface="Red Hat Display"/>
              <a:sym typeface="Red Hat Display"/>
            </a:endParaRPr>
          </a:p>
        </p:txBody>
      </p:sp>
      <p:sp>
        <p:nvSpPr>
          <p:cNvPr id="344" name="Google Shape;344;p27"/>
          <p:cNvSpPr txBox="1"/>
          <p:nvPr>
            <p:ph idx="2" type="subTitle"/>
          </p:nvPr>
        </p:nvSpPr>
        <p:spPr>
          <a:xfrm>
            <a:off x="1977175" y="1698625"/>
            <a:ext cx="1369500" cy="2907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45" name="Google Shape;345;p27"/>
          <p:cNvSpPr txBox="1"/>
          <p:nvPr>
            <p:ph idx="3" type="subTitle"/>
          </p:nvPr>
        </p:nvSpPr>
        <p:spPr>
          <a:xfrm>
            <a:off x="3623185" y="1698625"/>
            <a:ext cx="1369500" cy="2907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46" name="Google Shape;346;p27"/>
          <p:cNvSpPr txBox="1"/>
          <p:nvPr>
            <p:ph idx="4" type="subTitle"/>
          </p:nvPr>
        </p:nvSpPr>
        <p:spPr>
          <a:xfrm>
            <a:off x="5465499" y="1698625"/>
            <a:ext cx="1369500" cy="290700"/>
          </a:xfrm>
          <a:prstGeom prst="rect">
            <a:avLst/>
          </a:prstGeom>
        </p:spPr>
        <p:txBody>
          <a:bodyPr anchorCtr="0" anchor="ctr" bIns="0" lIns="0" spcFirstLastPara="1" rIns="0" wrap="square" tIns="0">
            <a:noAutofit/>
          </a:bodyPr>
          <a:lstStyle>
            <a:lvl1pPr lvl="0">
              <a:spcBef>
                <a:spcPts val="0"/>
              </a:spcBef>
              <a:spcAft>
                <a:spcPts val="0"/>
              </a:spcAft>
              <a:buSzPts val="1000"/>
              <a:buFont typeface="Red Hat Display SemiBold"/>
              <a:buNone/>
              <a:defRPr sz="1000">
                <a:latin typeface="Red Hat Display SemiBold"/>
                <a:ea typeface="Red Hat Display SemiBold"/>
                <a:cs typeface="Red Hat Display SemiBold"/>
                <a:sym typeface="Red Hat Display SemiBold"/>
              </a:defRPr>
            </a:lvl1pPr>
            <a:lvl2pPr lvl="1">
              <a:spcBef>
                <a:spcPts val="0"/>
              </a:spcBef>
              <a:spcAft>
                <a:spcPts val="0"/>
              </a:spcAft>
              <a:buSzPts val="1400"/>
              <a:buFont typeface="Red Hat Display"/>
              <a:buNone/>
              <a:defRPr/>
            </a:lvl2pPr>
            <a:lvl3pPr lvl="2">
              <a:spcBef>
                <a:spcPts val="0"/>
              </a:spcBef>
              <a:spcAft>
                <a:spcPts val="0"/>
              </a:spcAft>
              <a:buSzPts val="1400"/>
              <a:buFont typeface="Red Hat Display"/>
              <a:buNone/>
              <a:defRPr/>
            </a:lvl3pPr>
            <a:lvl4pPr lvl="3">
              <a:spcBef>
                <a:spcPts val="0"/>
              </a:spcBef>
              <a:spcAft>
                <a:spcPts val="0"/>
              </a:spcAft>
              <a:buSzPts val="1400"/>
              <a:buFont typeface="Red Hat Display"/>
              <a:buNone/>
              <a:defRPr/>
            </a:lvl4pPr>
            <a:lvl5pPr lvl="4">
              <a:spcBef>
                <a:spcPts val="0"/>
              </a:spcBef>
              <a:spcAft>
                <a:spcPts val="0"/>
              </a:spcAft>
              <a:buSzPts val="1400"/>
              <a:buFont typeface="Red Hat Display"/>
              <a:buNone/>
              <a:defRPr/>
            </a:lvl5pPr>
            <a:lvl6pPr lvl="5">
              <a:spcBef>
                <a:spcPts val="0"/>
              </a:spcBef>
              <a:spcAft>
                <a:spcPts val="0"/>
              </a:spcAft>
              <a:buSzPts val="1400"/>
              <a:buFont typeface="Red Hat Display"/>
              <a:buNone/>
              <a:defRPr/>
            </a:lvl6pPr>
            <a:lvl7pPr lvl="6">
              <a:spcBef>
                <a:spcPts val="0"/>
              </a:spcBef>
              <a:spcAft>
                <a:spcPts val="0"/>
              </a:spcAft>
              <a:buSzPts val="1400"/>
              <a:buFont typeface="Red Hat Display"/>
              <a:buNone/>
              <a:defRPr/>
            </a:lvl7pPr>
            <a:lvl8pPr lvl="7">
              <a:spcBef>
                <a:spcPts val="0"/>
              </a:spcBef>
              <a:spcAft>
                <a:spcPts val="0"/>
              </a:spcAft>
              <a:buSzPts val="1400"/>
              <a:buFont typeface="Red Hat Display"/>
              <a:buNone/>
              <a:defRPr/>
            </a:lvl8pPr>
            <a:lvl9pPr lvl="8">
              <a:spcBef>
                <a:spcPts val="0"/>
              </a:spcBef>
              <a:spcAft>
                <a:spcPts val="0"/>
              </a:spcAft>
              <a:buSzPts val="1400"/>
              <a:buFont typeface="Red Hat Display"/>
              <a:buNone/>
              <a:defRPr/>
            </a:lvl9pPr>
          </a:lstStyle>
          <a:p/>
        </p:txBody>
      </p:sp>
      <p:sp>
        <p:nvSpPr>
          <p:cNvPr id="347" name="Google Shape;347;p27"/>
          <p:cNvSpPr txBox="1"/>
          <p:nvPr>
            <p:ph idx="5" type="subTitle"/>
          </p:nvPr>
        </p:nvSpPr>
        <p:spPr>
          <a:xfrm>
            <a:off x="385125" y="2200600"/>
            <a:ext cx="1503300" cy="4101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lgn="ctr">
              <a:spcBef>
                <a:spcPts val="0"/>
              </a:spcBef>
              <a:spcAft>
                <a:spcPts val="0"/>
              </a:spcAft>
              <a:buClr>
                <a:schemeClr val="lt1"/>
              </a:buClr>
              <a:buSzPts val="1400"/>
              <a:buFont typeface="Red Hat Display"/>
              <a:buNone/>
              <a:defRPr/>
            </a:lvl2pPr>
            <a:lvl3pPr lvl="2" algn="ctr">
              <a:spcBef>
                <a:spcPts val="0"/>
              </a:spcBef>
              <a:spcAft>
                <a:spcPts val="0"/>
              </a:spcAft>
              <a:buClr>
                <a:schemeClr val="lt1"/>
              </a:buClr>
              <a:buSzPts val="1400"/>
              <a:buFont typeface="Red Hat Display"/>
              <a:buNone/>
              <a:defRPr/>
            </a:lvl3pPr>
            <a:lvl4pPr lvl="3" algn="ctr">
              <a:spcBef>
                <a:spcPts val="0"/>
              </a:spcBef>
              <a:spcAft>
                <a:spcPts val="0"/>
              </a:spcAft>
              <a:buClr>
                <a:schemeClr val="lt1"/>
              </a:buClr>
              <a:buSzPts val="1400"/>
              <a:buFont typeface="Red Hat Display"/>
              <a:buNone/>
              <a:defRPr/>
            </a:lvl4pPr>
            <a:lvl5pPr lvl="4" algn="ctr">
              <a:spcBef>
                <a:spcPts val="0"/>
              </a:spcBef>
              <a:spcAft>
                <a:spcPts val="0"/>
              </a:spcAft>
              <a:buClr>
                <a:schemeClr val="lt1"/>
              </a:buClr>
              <a:buSzPts val="1400"/>
              <a:buFont typeface="Red Hat Display"/>
              <a:buNone/>
              <a:defRPr/>
            </a:lvl5pPr>
            <a:lvl6pPr lvl="5" algn="ctr">
              <a:spcBef>
                <a:spcPts val="0"/>
              </a:spcBef>
              <a:spcAft>
                <a:spcPts val="0"/>
              </a:spcAft>
              <a:buClr>
                <a:schemeClr val="lt1"/>
              </a:buClr>
              <a:buSzPts val="1400"/>
              <a:buFont typeface="Red Hat Display"/>
              <a:buNone/>
              <a:defRPr/>
            </a:lvl6pPr>
            <a:lvl7pPr lvl="6" algn="ctr">
              <a:spcBef>
                <a:spcPts val="0"/>
              </a:spcBef>
              <a:spcAft>
                <a:spcPts val="0"/>
              </a:spcAft>
              <a:buClr>
                <a:schemeClr val="lt1"/>
              </a:buClr>
              <a:buSzPts val="1400"/>
              <a:buFont typeface="Red Hat Display"/>
              <a:buNone/>
              <a:defRPr/>
            </a:lvl7pPr>
            <a:lvl8pPr lvl="7" algn="ctr">
              <a:spcBef>
                <a:spcPts val="0"/>
              </a:spcBef>
              <a:spcAft>
                <a:spcPts val="0"/>
              </a:spcAft>
              <a:buClr>
                <a:schemeClr val="lt1"/>
              </a:buClr>
              <a:buSzPts val="1400"/>
              <a:buFont typeface="Red Hat Display"/>
              <a:buNone/>
              <a:defRPr/>
            </a:lvl8pPr>
            <a:lvl9pPr lvl="8" algn="ctr">
              <a:spcBef>
                <a:spcPts val="0"/>
              </a:spcBef>
              <a:spcAft>
                <a:spcPts val="0"/>
              </a:spcAft>
              <a:buClr>
                <a:schemeClr val="lt1"/>
              </a:buClr>
              <a:buSzPts val="1400"/>
              <a:buFont typeface="Red Hat Display"/>
              <a:buNone/>
              <a:defRPr/>
            </a:lvl9pPr>
          </a:lstStyle>
          <a:p/>
        </p:txBody>
      </p:sp>
      <p:sp>
        <p:nvSpPr>
          <p:cNvPr id="348" name="Google Shape;348;p27"/>
          <p:cNvSpPr txBox="1"/>
          <p:nvPr>
            <p:ph idx="6" type="subTitle"/>
          </p:nvPr>
        </p:nvSpPr>
        <p:spPr>
          <a:xfrm>
            <a:off x="385125" y="2610850"/>
            <a:ext cx="1503300" cy="4101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lgn="ctr">
              <a:spcBef>
                <a:spcPts val="0"/>
              </a:spcBef>
              <a:spcAft>
                <a:spcPts val="0"/>
              </a:spcAft>
              <a:buClr>
                <a:schemeClr val="lt1"/>
              </a:buClr>
              <a:buSzPts val="1400"/>
              <a:buFont typeface="Red Hat Display"/>
              <a:buNone/>
              <a:defRPr/>
            </a:lvl2pPr>
            <a:lvl3pPr lvl="2" algn="ctr">
              <a:spcBef>
                <a:spcPts val="0"/>
              </a:spcBef>
              <a:spcAft>
                <a:spcPts val="0"/>
              </a:spcAft>
              <a:buClr>
                <a:schemeClr val="lt1"/>
              </a:buClr>
              <a:buSzPts val="1400"/>
              <a:buFont typeface="Red Hat Display"/>
              <a:buNone/>
              <a:defRPr/>
            </a:lvl3pPr>
            <a:lvl4pPr lvl="3" algn="ctr">
              <a:spcBef>
                <a:spcPts val="0"/>
              </a:spcBef>
              <a:spcAft>
                <a:spcPts val="0"/>
              </a:spcAft>
              <a:buClr>
                <a:schemeClr val="lt1"/>
              </a:buClr>
              <a:buSzPts val="1400"/>
              <a:buFont typeface="Red Hat Display"/>
              <a:buNone/>
              <a:defRPr/>
            </a:lvl4pPr>
            <a:lvl5pPr lvl="4" algn="ctr">
              <a:spcBef>
                <a:spcPts val="0"/>
              </a:spcBef>
              <a:spcAft>
                <a:spcPts val="0"/>
              </a:spcAft>
              <a:buClr>
                <a:schemeClr val="lt1"/>
              </a:buClr>
              <a:buSzPts val="1400"/>
              <a:buFont typeface="Red Hat Display"/>
              <a:buNone/>
              <a:defRPr/>
            </a:lvl5pPr>
            <a:lvl6pPr lvl="5" algn="ctr">
              <a:spcBef>
                <a:spcPts val="0"/>
              </a:spcBef>
              <a:spcAft>
                <a:spcPts val="0"/>
              </a:spcAft>
              <a:buClr>
                <a:schemeClr val="lt1"/>
              </a:buClr>
              <a:buSzPts val="1400"/>
              <a:buFont typeface="Red Hat Display"/>
              <a:buNone/>
              <a:defRPr/>
            </a:lvl6pPr>
            <a:lvl7pPr lvl="6" algn="ctr">
              <a:spcBef>
                <a:spcPts val="0"/>
              </a:spcBef>
              <a:spcAft>
                <a:spcPts val="0"/>
              </a:spcAft>
              <a:buClr>
                <a:schemeClr val="lt1"/>
              </a:buClr>
              <a:buSzPts val="1400"/>
              <a:buFont typeface="Red Hat Display"/>
              <a:buNone/>
              <a:defRPr/>
            </a:lvl7pPr>
            <a:lvl8pPr lvl="7" algn="ctr">
              <a:spcBef>
                <a:spcPts val="0"/>
              </a:spcBef>
              <a:spcAft>
                <a:spcPts val="0"/>
              </a:spcAft>
              <a:buClr>
                <a:schemeClr val="lt1"/>
              </a:buClr>
              <a:buSzPts val="1400"/>
              <a:buFont typeface="Red Hat Display"/>
              <a:buNone/>
              <a:defRPr/>
            </a:lvl8pPr>
            <a:lvl9pPr lvl="8" algn="ctr">
              <a:spcBef>
                <a:spcPts val="0"/>
              </a:spcBef>
              <a:spcAft>
                <a:spcPts val="0"/>
              </a:spcAft>
              <a:buClr>
                <a:schemeClr val="lt1"/>
              </a:buClr>
              <a:buSzPts val="1400"/>
              <a:buFont typeface="Red Hat Display"/>
              <a:buNone/>
              <a:defRPr/>
            </a:lvl9pPr>
          </a:lstStyle>
          <a:p/>
        </p:txBody>
      </p:sp>
      <p:sp>
        <p:nvSpPr>
          <p:cNvPr id="349" name="Google Shape;349;p27"/>
          <p:cNvSpPr txBox="1"/>
          <p:nvPr>
            <p:ph idx="7" type="subTitle"/>
          </p:nvPr>
        </p:nvSpPr>
        <p:spPr>
          <a:xfrm>
            <a:off x="385125" y="3024075"/>
            <a:ext cx="1503300" cy="4101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lgn="ctr">
              <a:spcBef>
                <a:spcPts val="0"/>
              </a:spcBef>
              <a:spcAft>
                <a:spcPts val="0"/>
              </a:spcAft>
              <a:buClr>
                <a:schemeClr val="lt1"/>
              </a:buClr>
              <a:buSzPts val="1400"/>
              <a:buFont typeface="Red Hat Display"/>
              <a:buNone/>
              <a:defRPr/>
            </a:lvl2pPr>
            <a:lvl3pPr lvl="2" algn="ctr">
              <a:spcBef>
                <a:spcPts val="0"/>
              </a:spcBef>
              <a:spcAft>
                <a:spcPts val="0"/>
              </a:spcAft>
              <a:buClr>
                <a:schemeClr val="lt1"/>
              </a:buClr>
              <a:buSzPts val="1400"/>
              <a:buFont typeface="Red Hat Display"/>
              <a:buNone/>
              <a:defRPr/>
            </a:lvl3pPr>
            <a:lvl4pPr lvl="3" algn="ctr">
              <a:spcBef>
                <a:spcPts val="0"/>
              </a:spcBef>
              <a:spcAft>
                <a:spcPts val="0"/>
              </a:spcAft>
              <a:buClr>
                <a:schemeClr val="lt1"/>
              </a:buClr>
              <a:buSzPts val="1400"/>
              <a:buFont typeface="Red Hat Display"/>
              <a:buNone/>
              <a:defRPr/>
            </a:lvl4pPr>
            <a:lvl5pPr lvl="4" algn="ctr">
              <a:spcBef>
                <a:spcPts val="0"/>
              </a:spcBef>
              <a:spcAft>
                <a:spcPts val="0"/>
              </a:spcAft>
              <a:buClr>
                <a:schemeClr val="lt1"/>
              </a:buClr>
              <a:buSzPts val="1400"/>
              <a:buFont typeface="Red Hat Display"/>
              <a:buNone/>
              <a:defRPr/>
            </a:lvl5pPr>
            <a:lvl6pPr lvl="5" algn="ctr">
              <a:spcBef>
                <a:spcPts val="0"/>
              </a:spcBef>
              <a:spcAft>
                <a:spcPts val="0"/>
              </a:spcAft>
              <a:buClr>
                <a:schemeClr val="lt1"/>
              </a:buClr>
              <a:buSzPts val="1400"/>
              <a:buFont typeface="Red Hat Display"/>
              <a:buNone/>
              <a:defRPr/>
            </a:lvl6pPr>
            <a:lvl7pPr lvl="6" algn="ctr">
              <a:spcBef>
                <a:spcPts val="0"/>
              </a:spcBef>
              <a:spcAft>
                <a:spcPts val="0"/>
              </a:spcAft>
              <a:buClr>
                <a:schemeClr val="lt1"/>
              </a:buClr>
              <a:buSzPts val="1400"/>
              <a:buFont typeface="Red Hat Display"/>
              <a:buNone/>
              <a:defRPr/>
            </a:lvl7pPr>
            <a:lvl8pPr lvl="7" algn="ctr">
              <a:spcBef>
                <a:spcPts val="0"/>
              </a:spcBef>
              <a:spcAft>
                <a:spcPts val="0"/>
              </a:spcAft>
              <a:buClr>
                <a:schemeClr val="lt1"/>
              </a:buClr>
              <a:buSzPts val="1400"/>
              <a:buFont typeface="Red Hat Display"/>
              <a:buNone/>
              <a:defRPr/>
            </a:lvl8pPr>
            <a:lvl9pPr lvl="8" algn="ctr">
              <a:spcBef>
                <a:spcPts val="0"/>
              </a:spcBef>
              <a:spcAft>
                <a:spcPts val="0"/>
              </a:spcAft>
              <a:buClr>
                <a:schemeClr val="lt1"/>
              </a:buClr>
              <a:buSzPts val="1400"/>
              <a:buFont typeface="Red Hat Display"/>
              <a:buNone/>
              <a:defRPr/>
            </a:lvl9pPr>
          </a:lstStyle>
          <a:p/>
        </p:txBody>
      </p:sp>
      <p:sp>
        <p:nvSpPr>
          <p:cNvPr id="350" name="Google Shape;350;p27"/>
          <p:cNvSpPr txBox="1"/>
          <p:nvPr>
            <p:ph idx="8" type="subTitle"/>
          </p:nvPr>
        </p:nvSpPr>
        <p:spPr>
          <a:xfrm>
            <a:off x="385125" y="3429650"/>
            <a:ext cx="1503300" cy="4101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lgn="ctr">
              <a:spcBef>
                <a:spcPts val="0"/>
              </a:spcBef>
              <a:spcAft>
                <a:spcPts val="0"/>
              </a:spcAft>
              <a:buClr>
                <a:schemeClr val="lt1"/>
              </a:buClr>
              <a:buSzPts val="1400"/>
              <a:buFont typeface="Red Hat Display"/>
              <a:buNone/>
              <a:defRPr/>
            </a:lvl2pPr>
            <a:lvl3pPr lvl="2" algn="ctr">
              <a:spcBef>
                <a:spcPts val="0"/>
              </a:spcBef>
              <a:spcAft>
                <a:spcPts val="0"/>
              </a:spcAft>
              <a:buClr>
                <a:schemeClr val="lt1"/>
              </a:buClr>
              <a:buSzPts val="1400"/>
              <a:buFont typeface="Red Hat Display"/>
              <a:buNone/>
              <a:defRPr/>
            </a:lvl3pPr>
            <a:lvl4pPr lvl="3" algn="ctr">
              <a:spcBef>
                <a:spcPts val="0"/>
              </a:spcBef>
              <a:spcAft>
                <a:spcPts val="0"/>
              </a:spcAft>
              <a:buClr>
                <a:schemeClr val="lt1"/>
              </a:buClr>
              <a:buSzPts val="1400"/>
              <a:buFont typeface="Red Hat Display"/>
              <a:buNone/>
              <a:defRPr/>
            </a:lvl4pPr>
            <a:lvl5pPr lvl="4" algn="ctr">
              <a:spcBef>
                <a:spcPts val="0"/>
              </a:spcBef>
              <a:spcAft>
                <a:spcPts val="0"/>
              </a:spcAft>
              <a:buClr>
                <a:schemeClr val="lt1"/>
              </a:buClr>
              <a:buSzPts val="1400"/>
              <a:buFont typeface="Red Hat Display"/>
              <a:buNone/>
              <a:defRPr/>
            </a:lvl5pPr>
            <a:lvl6pPr lvl="5" algn="ctr">
              <a:spcBef>
                <a:spcPts val="0"/>
              </a:spcBef>
              <a:spcAft>
                <a:spcPts val="0"/>
              </a:spcAft>
              <a:buClr>
                <a:schemeClr val="lt1"/>
              </a:buClr>
              <a:buSzPts val="1400"/>
              <a:buFont typeface="Red Hat Display"/>
              <a:buNone/>
              <a:defRPr/>
            </a:lvl6pPr>
            <a:lvl7pPr lvl="6" algn="ctr">
              <a:spcBef>
                <a:spcPts val="0"/>
              </a:spcBef>
              <a:spcAft>
                <a:spcPts val="0"/>
              </a:spcAft>
              <a:buClr>
                <a:schemeClr val="lt1"/>
              </a:buClr>
              <a:buSzPts val="1400"/>
              <a:buFont typeface="Red Hat Display"/>
              <a:buNone/>
              <a:defRPr/>
            </a:lvl7pPr>
            <a:lvl8pPr lvl="7" algn="ctr">
              <a:spcBef>
                <a:spcPts val="0"/>
              </a:spcBef>
              <a:spcAft>
                <a:spcPts val="0"/>
              </a:spcAft>
              <a:buClr>
                <a:schemeClr val="lt1"/>
              </a:buClr>
              <a:buSzPts val="1400"/>
              <a:buFont typeface="Red Hat Display"/>
              <a:buNone/>
              <a:defRPr/>
            </a:lvl8pPr>
            <a:lvl9pPr lvl="8" algn="ctr">
              <a:spcBef>
                <a:spcPts val="0"/>
              </a:spcBef>
              <a:spcAft>
                <a:spcPts val="0"/>
              </a:spcAft>
              <a:buClr>
                <a:schemeClr val="lt1"/>
              </a:buClr>
              <a:buSzPts val="1400"/>
              <a:buFont typeface="Red Hat Display"/>
              <a:buNone/>
              <a:defRPr/>
            </a:lvl9pPr>
          </a:lstStyle>
          <a:p/>
        </p:txBody>
      </p:sp>
      <p:sp>
        <p:nvSpPr>
          <p:cNvPr id="351" name="Google Shape;351;p27"/>
          <p:cNvSpPr txBox="1"/>
          <p:nvPr>
            <p:ph idx="9" type="subTitle"/>
          </p:nvPr>
        </p:nvSpPr>
        <p:spPr>
          <a:xfrm>
            <a:off x="385125" y="3848500"/>
            <a:ext cx="1503300" cy="4101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lgn="ctr">
              <a:spcBef>
                <a:spcPts val="0"/>
              </a:spcBef>
              <a:spcAft>
                <a:spcPts val="0"/>
              </a:spcAft>
              <a:buClr>
                <a:schemeClr val="lt1"/>
              </a:buClr>
              <a:buSzPts val="1400"/>
              <a:buFont typeface="Red Hat Display"/>
              <a:buNone/>
              <a:defRPr/>
            </a:lvl2pPr>
            <a:lvl3pPr lvl="2" algn="ctr">
              <a:spcBef>
                <a:spcPts val="0"/>
              </a:spcBef>
              <a:spcAft>
                <a:spcPts val="0"/>
              </a:spcAft>
              <a:buClr>
                <a:schemeClr val="lt1"/>
              </a:buClr>
              <a:buSzPts val="1400"/>
              <a:buFont typeface="Red Hat Display"/>
              <a:buNone/>
              <a:defRPr/>
            </a:lvl3pPr>
            <a:lvl4pPr lvl="3" algn="ctr">
              <a:spcBef>
                <a:spcPts val="0"/>
              </a:spcBef>
              <a:spcAft>
                <a:spcPts val="0"/>
              </a:spcAft>
              <a:buClr>
                <a:schemeClr val="lt1"/>
              </a:buClr>
              <a:buSzPts val="1400"/>
              <a:buFont typeface="Red Hat Display"/>
              <a:buNone/>
              <a:defRPr/>
            </a:lvl4pPr>
            <a:lvl5pPr lvl="4" algn="ctr">
              <a:spcBef>
                <a:spcPts val="0"/>
              </a:spcBef>
              <a:spcAft>
                <a:spcPts val="0"/>
              </a:spcAft>
              <a:buClr>
                <a:schemeClr val="lt1"/>
              </a:buClr>
              <a:buSzPts val="1400"/>
              <a:buFont typeface="Red Hat Display"/>
              <a:buNone/>
              <a:defRPr/>
            </a:lvl5pPr>
            <a:lvl6pPr lvl="5" algn="ctr">
              <a:spcBef>
                <a:spcPts val="0"/>
              </a:spcBef>
              <a:spcAft>
                <a:spcPts val="0"/>
              </a:spcAft>
              <a:buClr>
                <a:schemeClr val="lt1"/>
              </a:buClr>
              <a:buSzPts val="1400"/>
              <a:buFont typeface="Red Hat Display"/>
              <a:buNone/>
              <a:defRPr/>
            </a:lvl6pPr>
            <a:lvl7pPr lvl="6" algn="ctr">
              <a:spcBef>
                <a:spcPts val="0"/>
              </a:spcBef>
              <a:spcAft>
                <a:spcPts val="0"/>
              </a:spcAft>
              <a:buClr>
                <a:schemeClr val="lt1"/>
              </a:buClr>
              <a:buSzPts val="1400"/>
              <a:buFont typeface="Red Hat Display"/>
              <a:buNone/>
              <a:defRPr/>
            </a:lvl7pPr>
            <a:lvl8pPr lvl="7" algn="ctr">
              <a:spcBef>
                <a:spcPts val="0"/>
              </a:spcBef>
              <a:spcAft>
                <a:spcPts val="0"/>
              </a:spcAft>
              <a:buClr>
                <a:schemeClr val="lt1"/>
              </a:buClr>
              <a:buSzPts val="1400"/>
              <a:buFont typeface="Red Hat Display"/>
              <a:buNone/>
              <a:defRPr/>
            </a:lvl8pPr>
            <a:lvl9pPr lvl="8" algn="ctr">
              <a:spcBef>
                <a:spcPts val="0"/>
              </a:spcBef>
              <a:spcAft>
                <a:spcPts val="0"/>
              </a:spcAft>
              <a:buClr>
                <a:schemeClr val="lt1"/>
              </a:buClr>
              <a:buSzPts val="1400"/>
              <a:buFont typeface="Red Hat Display"/>
              <a:buNone/>
              <a:defRPr/>
            </a:lvl9pPr>
          </a:lstStyle>
          <a:p/>
        </p:txBody>
      </p:sp>
      <p:sp>
        <p:nvSpPr>
          <p:cNvPr id="352" name="Google Shape;352;p27"/>
          <p:cNvSpPr txBox="1"/>
          <p:nvPr>
            <p:ph idx="13" type="subTitle"/>
          </p:nvPr>
        </p:nvSpPr>
        <p:spPr>
          <a:xfrm>
            <a:off x="1977175" y="220060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53" name="Google Shape;353;p27"/>
          <p:cNvSpPr txBox="1"/>
          <p:nvPr>
            <p:ph idx="14" type="subTitle"/>
          </p:nvPr>
        </p:nvSpPr>
        <p:spPr>
          <a:xfrm>
            <a:off x="1977175" y="261085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54" name="Google Shape;354;p27"/>
          <p:cNvSpPr txBox="1"/>
          <p:nvPr>
            <p:ph idx="15" type="subTitle"/>
          </p:nvPr>
        </p:nvSpPr>
        <p:spPr>
          <a:xfrm>
            <a:off x="1977175" y="302220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55" name="Google Shape;355;p27"/>
          <p:cNvSpPr txBox="1"/>
          <p:nvPr>
            <p:ph idx="16" type="subTitle"/>
          </p:nvPr>
        </p:nvSpPr>
        <p:spPr>
          <a:xfrm>
            <a:off x="1977175" y="343700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56" name="Google Shape;356;p27"/>
          <p:cNvSpPr txBox="1"/>
          <p:nvPr>
            <p:ph idx="17" type="subTitle"/>
          </p:nvPr>
        </p:nvSpPr>
        <p:spPr>
          <a:xfrm>
            <a:off x="1977175" y="384945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57" name="Google Shape;357;p27"/>
          <p:cNvSpPr txBox="1"/>
          <p:nvPr>
            <p:ph idx="18" type="subTitle"/>
          </p:nvPr>
        </p:nvSpPr>
        <p:spPr>
          <a:xfrm>
            <a:off x="3623175" y="220060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58" name="Google Shape;358;p27"/>
          <p:cNvSpPr txBox="1"/>
          <p:nvPr>
            <p:ph idx="19" type="subTitle"/>
          </p:nvPr>
        </p:nvSpPr>
        <p:spPr>
          <a:xfrm>
            <a:off x="3623175" y="261085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59" name="Google Shape;359;p27"/>
          <p:cNvSpPr txBox="1"/>
          <p:nvPr>
            <p:ph idx="20" type="subTitle"/>
          </p:nvPr>
        </p:nvSpPr>
        <p:spPr>
          <a:xfrm>
            <a:off x="3623175" y="302220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60" name="Google Shape;360;p27"/>
          <p:cNvSpPr txBox="1"/>
          <p:nvPr>
            <p:ph idx="21" type="subTitle"/>
          </p:nvPr>
        </p:nvSpPr>
        <p:spPr>
          <a:xfrm>
            <a:off x="3623175" y="343700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61" name="Google Shape;361;p27"/>
          <p:cNvSpPr txBox="1"/>
          <p:nvPr>
            <p:ph idx="22" type="subTitle"/>
          </p:nvPr>
        </p:nvSpPr>
        <p:spPr>
          <a:xfrm>
            <a:off x="3623175" y="384945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62" name="Google Shape;362;p27"/>
          <p:cNvSpPr txBox="1"/>
          <p:nvPr>
            <p:ph idx="23" type="subTitle"/>
          </p:nvPr>
        </p:nvSpPr>
        <p:spPr>
          <a:xfrm>
            <a:off x="5465501" y="2200600"/>
            <a:ext cx="28707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63" name="Google Shape;363;p27"/>
          <p:cNvSpPr txBox="1"/>
          <p:nvPr>
            <p:ph idx="24" type="subTitle"/>
          </p:nvPr>
        </p:nvSpPr>
        <p:spPr>
          <a:xfrm>
            <a:off x="5465501" y="2610850"/>
            <a:ext cx="28707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64" name="Google Shape;364;p27"/>
          <p:cNvSpPr txBox="1"/>
          <p:nvPr>
            <p:ph idx="25" type="subTitle"/>
          </p:nvPr>
        </p:nvSpPr>
        <p:spPr>
          <a:xfrm>
            <a:off x="5465501" y="3022200"/>
            <a:ext cx="28707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65" name="Google Shape;365;p27"/>
          <p:cNvSpPr txBox="1"/>
          <p:nvPr>
            <p:ph idx="26" type="subTitle"/>
          </p:nvPr>
        </p:nvSpPr>
        <p:spPr>
          <a:xfrm>
            <a:off x="5465501" y="3437000"/>
            <a:ext cx="28707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66" name="Google Shape;366;p27"/>
          <p:cNvSpPr txBox="1"/>
          <p:nvPr>
            <p:ph idx="27" type="subTitle"/>
          </p:nvPr>
        </p:nvSpPr>
        <p:spPr>
          <a:xfrm>
            <a:off x="5465501" y="3849450"/>
            <a:ext cx="28707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highlights">
  <p:cSld name="CUSTOM_5_2_2">
    <p:spTree>
      <p:nvGrpSpPr>
        <p:cNvPr id="367" name="Shape 367"/>
        <p:cNvGrpSpPr/>
        <p:nvPr/>
      </p:nvGrpSpPr>
      <p:grpSpPr>
        <a:xfrm>
          <a:off x="0" y="0"/>
          <a:ext cx="0" cy="0"/>
          <a:chOff x="0" y="0"/>
          <a:chExt cx="0" cy="0"/>
        </a:xfrm>
      </p:grpSpPr>
      <p:sp>
        <p:nvSpPr>
          <p:cNvPr id="368" name="Google Shape;368;p28"/>
          <p:cNvSpPr txBox="1"/>
          <p:nvPr>
            <p:ph type="title"/>
          </p:nvPr>
        </p:nvSpPr>
        <p:spPr>
          <a:xfrm>
            <a:off x="609600" y="724825"/>
            <a:ext cx="40158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369" name="Google Shape;369;p28"/>
          <p:cNvSpPr txBox="1"/>
          <p:nvPr>
            <p:ph idx="1" type="subTitle"/>
          </p:nvPr>
        </p:nvSpPr>
        <p:spPr>
          <a:xfrm>
            <a:off x="609600" y="457200"/>
            <a:ext cx="4015800" cy="264600"/>
          </a:xfrm>
          <a:prstGeom prst="rect">
            <a:avLst/>
          </a:prstGeom>
        </p:spPr>
        <p:txBody>
          <a:bodyPr anchorCtr="0" anchor="b" bIns="0" lIns="0" spcFirstLastPara="1" rIns="0" wrap="square" tIns="0">
            <a:noAutofit/>
          </a:bodyPr>
          <a:lstStyle>
            <a:lvl1pPr lvl="0">
              <a:spcBef>
                <a:spcPts val="0"/>
              </a:spcBef>
              <a:spcAft>
                <a:spcPts val="0"/>
              </a:spcAft>
              <a:buClr>
                <a:schemeClr val="accent3"/>
              </a:buClr>
              <a:buSzPts val="1000"/>
              <a:buFont typeface="Red Hat Display"/>
              <a:buNone/>
              <a:defRPr sz="1000">
                <a:solidFill>
                  <a:schemeClr val="accent3"/>
                </a:solidFill>
              </a:defRPr>
            </a:lvl1pPr>
            <a:lvl2pPr lvl="1">
              <a:spcBef>
                <a:spcPts val="0"/>
              </a:spcBef>
              <a:spcAft>
                <a:spcPts val="0"/>
              </a:spcAft>
              <a:buClr>
                <a:schemeClr val="accent3"/>
              </a:buClr>
              <a:buSzPts val="1400"/>
              <a:buFont typeface="Red Hat Display"/>
              <a:buNone/>
              <a:defRPr>
                <a:solidFill>
                  <a:schemeClr val="accent3"/>
                </a:solidFill>
              </a:defRPr>
            </a:lvl2pPr>
            <a:lvl3pPr lvl="2">
              <a:spcBef>
                <a:spcPts val="0"/>
              </a:spcBef>
              <a:spcAft>
                <a:spcPts val="0"/>
              </a:spcAft>
              <a:buClr>
                <a:schemeClr val="accent3"/>
              </a:buClr>
              <a:buSzPts val="1400"/>
              <a:buFont typeface="Red Hat Display"/>
              <a:buNone/>
              <a:defRPr>
                <a:solidFill>
                  <a:schemeClr val="accent3"/>
                </a:solidFill>
              </a:defRPr>
            </a:lvl3pPr>
            <a:lvl4pPr lvl="3">
              <a:spcBef>
                <a:spcPts val="0"/>
              </a:spcBef>
              <a:spcAft>
                <a:spcPts val="0"/>
              </a:spcAft>
              <a:buClr>
                <a:schemeClr val="accent3"/>
              </a:buClr>
              <a:buSzPts val="1400"/>
              <a:buFont typeface="Red Hat Display"/>
              <a:buNone/>
              <a:defRPr>
                <a:solidFill>
                  <a:schemeClr val="accent3"/>
                </a:solidFill>
              </a:defRPr>
            </a:lvl4pPr>
            <a:lvl5pPr lvl="4">
              <a:spcBef>
                <a:spcPts val="0"/>
              </a:spcBef>
              <a:spcAft>
                <a:spcPts val="0"/>
              </a:spcAft>
              <a:buClr>
                <a:schemeClr val="accent3"/>
              </a:buClr>
              <a:buSzPts val="1400"/>
              <a:buFont typeface="Red Hat Display"/>
              <a:buNone/>
              <a:defRPr>
                <a:solidFill>
                  <a:schemeClr val="accent3"/>
                </a:solidFill>
              </a:defRPr>
            </a:lvl5pPr>
            <a:lvl6pPr lvl="5">
              <a:spcBef>
                <a:spcPts val="0"/>
              </a:spcBef>
              <a:spcAft>
                <a:spcPts val="0"/>
              </a:spcAft>
              <a:buClr>
                <a:schemeClr val="accent3"/>
              </a:buClr>
              <a:buSzPts val="1400"/>
              <a:buFont typeface="Red Hat Display"/>
              <a:buNone/>
              <a:defRPr>
                <a:solidFill>
                  <a:schemeClr val="accent3"/>
                </a:solidFill>
              </a:defRPr>
            </a:lvl6pPr>
            <a:lvl7pPr lvl="6">
              <a:spcBef>
                <a:spcPts val="0"/>
              </a:spcBef>
              <a:spcAft>
                <a:spcPts val="0"/>
              </a:spcAft>
              <a:buClr>
                <a:schemeClr val="accent3"/>
              </a:buClr>
              <a:buSzPts val="1400"/>
              <a:buFont typeface="Red Hat Display"/>
              <a:buNone/>
              <a:defRPr>
                <a:solidFill>
                  <a:schemeClr val="accent3"/>
                </a:solidFill>
              </a:defRPr>
            </a:lvl7pPr>
            <a:lvl8pPr lvl="7">
              <a:spcBef>
                <a:spcPts val="0"/>
              </a:spcBef>
              <a:spcAft>
                <a:spcPts val="0"/>
              </a:spcAft>
              <a:buClr>
                <a:schemeClr val="accent3"/>
              </a:buClr>
              <a:buSzPts val="1400"/>
              <a:buFont typeface="Red Hat Display"/>
              <a:buNone/>
              <a:defRPr>
                <a:solidFill>
                  <a:schemeClr val="accent3"/>
                </a:solidFill>
              </a:defRPr>
            </a:lvl8pPr>
            <a:lvl9pPr lvl="8">
              <a:spcBef>
                <a:spcPts val="0"/>
              </a:spcBef>
              <a:spcAft>
                <a:spcPts val="0"/>
              </a:spcAft>
              <a:buClr>
                <a:schemeClr val="accent3"/>
              </a:buClr>
              <a:buSzPts val="1400"/>
              <a:buFont typeface="Red Hat Display"/>
              <a:buNone/>
              <a:defRPr>
                <a:solidFill>
                  <a:schemeClr val="accent3"/>
                </a:solidFill>
              </a:defRPr>
            </a:lvl9pPr>
          </a:lstStyle>
          <a:p/>
        </p:txBody>
      </p:sp>
      <p:sp>
        <p:nvSpPr>
          <p:cNvPr id="370" name="Google Shape;370;p28"/>
          <p:cNvSpPr/>
          <p:nvPr/>
        </p:nvSpPr>
        <p:spPr>
          <a:xfrm>
            <a:off x="225998" y="580123"/>
            <a:ext cx="253800" cy="276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71" name="Google Shape;371;p28"/>
          <p:cNvSpPr txBox="1"/>
          <p:nvPr>
            <p:ph idx="2" type="subTitle"/>
          </p:nvPr>
        </p:nvSpPr>
        <p:spPr>
          <a:xfrm>
            <a:off x="229525" y="2435600"/>
            <a:ext cx="1500900" cy="2646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372" name="Google Shape;372;p28"/>
          <p:cNvSpPr txBox="1"/>
          <p:nvPr>
            <p:ph idx="3" type="subTitle"/>
          </p:nvPr>
        </p:nvSpPr>
        <p:spPr>
          <a:xfrm>
            <a:off x="2015702" y="2435600"/>
            <a:ext cx="1500900" cy="2646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373" name="Google Shape;373;p28"/>
          <p:cNvSpPr txBox="1"/>
          <p:nvPr>
            <p:ph idx="4" type="subTitle"/>
          </p:nvPr>
        </p:nvSpPr>
        <p:spPr>
          <a:xfrm>
            <a:off x="3774602" y="2435600"/>
            <a:ext cx="1500900" cy="264600"/>
          </a:xfrm>
          <a:prstGeom prst="rect">
            <a:avLst/>
          </a:prstGeom>
        </p:spPr>
        <p:txBody>
          <a:bodyPr anchorCtr="0" anchor="ctr"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374" name="Google Shape;374;p28"/>
          <p:cNvSpPr txBox="1"/>
          <p:nvPr>
            <p:ph idx="5" type="subTitle"/>
          </p:nvPr>
        </p:nvSpPr>
        <p:spPr>
          <a:xfrm>
            <a:off x="5616677" y="2435600"/>
            <a:ext cx="1500900" cy="2646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375" name="Google Shape;375;p28"/>
          <p:cNvSpPr txBox="1"/>
          <p:nvPr>
            <p:ph idx="6" type="subTitle"/>
          </p:nvPr>
        </p:nvSpPr>
        <p:spPr>
          <a:xfrm>
            <a:off x="7411452" y="2435600"/>
            <a:ext cx="1500900" cy="2646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376" name="Google Shape;376;p28"/>
          <p:cNvSpPr txBox="1"/>
          <p:nvPr>
            <p:ph idx="7" type="body"/>
          </p:nvPr>
        </p:nvSpPr>
        <p:spPr>
          <a:xfrm>
            <a:off x="387584" y="2820600"/>
            <a:ext cx="1239300" cy="11652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1"/>
              </a:buClr>
              <a:buSzPts val="900"/>
              <a:buFont typeface="Red Hat Display"/>
              <a:buChar char="●"/>
              <a:defRPr/>
            </a:lvl1pPr>
            <a:lvl2pPr indent="-285750" lvl="1" marL="914400">
              <a:spcBef>
                <a:spcPts val="0"/>
              </a:spcBef>
              <a:spcAft>
                <a:spcPts val="0"/>
              </a:spcAft>
              <a:buClr>
                <a:schemeClr val="lt1"/>
              </a:buClr>
              <a:buSzPts val="900"/>
              <a:buFont typeface="Red Hat Display"/>
              <a:buChar char="○"/>
              <a:defRPr/>
            </a:lvl2pPr>
            <a:lvl3pPr indent="-285750" lvl="2" marL="1371600">
              <a:spcBef>
                <a:spcPts val="0"/>
              </a:spcBef>
              <a:spcAft>
                <a:spcPts val="0"/>
              </a:spcAft>
              <a:buClr>
                <a:schemeClr val="lt1"/>
              </a:buClr>
              <a:buSzPts val="900"/>
              <a:buFont typeface="Red Hat Display"/>
              <a:buChar char="■"/>
              <a:defRPr/>
            </a:lvl3pPr>
            <a:lvl4pPr indent="-285750" lvl="3" marL="1828800">
              <a:spcBef>
                <a:spcPts val="0"/>
              </a:spcBef>
              <a:spcAft>
                <a:spcPts val="0"/>
              </a:spcAft>
              <a:buClr>
                <a:schemeClr val="lt1"/>
              </a:buClr>
              <a:buSzPts val="900"/>
              <a:buFont typeface="Red Hat Display"/>
              <a:buChar char="●"/>
              <a:defRPr/>
            </a:lvl4pPr>
            <a:lvl5pPr indent="-285750" lvl="4" marL="2286000">
              <a:spcBef>
                <a:spcPts val="0"/>
              </a:spcBef>
              <a:spcAft>
                <a:spcPts val="0"/>
              </a:spcAft>
              <a:buClr>
                <a:schemeClr val="lt1"/>
              </a:buClr>
              <a:buSzPts val="900"/>
              <a:buFont typeface="Red Hat Display"/>
              <a:buChar char="○"/>
              <a:defRPr/>
            </a:lvl5pPr>
            <a:lvl6pPr indent="-285750" lvl="5" marL="2743200">
              <a:spcBef>
                <a:spcPts val="0"/>
              </a:spcBef>
              <a:spcAft>
                <a:spcPts val="0"/>
              </a:spcAft>
              <a:buClr>
                <a:schemeClr val="lt1"/>
              </a:buClr>
              <a:buSzPts val="900"/>
              <a:buFont typeface="Red Hat Display"/>
              <a:buChar char="■"/>
              <a:defRPr/>
            </a:lvl6pPr>
            <a:lvl7pPr indent="-285750" lvl="6" marL="3200400">
              <a:spcBef>
                <a:spcPts val="0"/>
              </a:spcBef>
              <a:spcAft>
                <a:spcPts val="0"/>
              </a:spcAft>
              <a:buClr>
                <a:schemeClr val="lt1"/>
              </a:buClr>
              <a:buSzPts val="900"/>
              <a:buFont typeface="Red Hat Display"/>
              <a:buChar char="●"/>
              <a:defRPr/>
            </a:lvl7pPr>
            <a:lvl8pPr indent="-285750" lvl="7" marL="3657600">
              <a:spcBef>
                <a:spcPts val="0"/>
              </a:spcBef>
              <a:spcAft>
                <a:spcPts val="0"/>
              </a:spcAft>
              <a:buClr>
                <a:schemeClr val="lt1"/>
              </a:buClr>
              <a:buSzPts val="900"/>
              <a:buFont typeface="Red Hat Display"/>
              <a:buChar char="○"/>
              <a:defRPr/>
            </a:lvl8pPr>
            <a:lvl9pPr indent="-285750" lvl="8" marL="4114800">
              <a:spcBef>
                <a:spcPts val="0"/>
              </a:spcBef>
              <a:spcAft>
                <a:spcPts val="0"/>
              </a:spcAft>
              <a:buClr>
                <a:schemeClr val="lt1"/>
              </a:buClr>
              <a:buSzPts val="900"/>
              <a:buFont typeface="Red Hat Display"/>
              <a:buChar char="■"/>
              <a:defRPr/>
            </a:lvl9pPr>
          </a:lstStyle>
          <a:p/>
        </p:txBody>
      </p:sp>
      <p:sp>
        <p:nvSpPr>
          <p:cNvPr id="377" name="Google Shape;377;p28"/>
          <p:cNvSpPr txBox="1"/>
          <p:nvPr>
            <p:ph idx="8" type="body"/>
          </p:nvPr>
        </p:nvSpPr>
        <p:spPr>
          <a:xfrm>
            <a:off x="2164609" y="2820600"/>
            <a:ext cx="1239300" cy="1165200"/>
          </a:xfrm>
          <a:prstGeom prst="rect">
            <a:avLst/>
          </a:prstGeom>
        </p:spPr>
        <p:txBody>
          <a:bodyPr anchorCtr="0" anchor="t" bIns="0" lIns="0" spcFirstLastPara="1" rIns="0" wrap="square" tIns="0">
            <a:spAutoFit/>
          </a:bodyPr>
          <a:lstStyle>
            <a:lvl1pPr indent="-285750" lvl="0" marL="457200">
              <a:lnSpc>
                <a:spcPct val="100000"/>
              </a:lnSpc>
              <a:spcBef>
                <a:spcPts val="0"/>
              </a:spcBef>
              <a:spcAft>
                <a:spcPts val="0"/>
              </a:spcAft>
              <a:buClr>
                <a:schemeClr val="lt1"/>
              </a:buClr>
              <a:buSzPts val="900"/>
              <a:buFont typeface="Red Hat Display"/>
              <a:buChar char="●"/>
              <a:defRPr sz="900"/>
            </a:lvl1pPr>
            <a:lvl2pPr indent="-285750" lvl="1" marL="914400">
              <a:lnSpc>
                <a:spcPct val="100000"/>
              </a:lnSpc>
              <a:spcBef>
                <a:spcPts val="0"/>
              </a:spcBef>
              <a:spcAft>
                <a:spcPts val="0"/>
              </a:spcAft>
              <a:buClr>
                <a:schemeClr val="lt1"/>
              </a:buClr>
              <a:buSzPts val="900"/>
              <a:buFont typeface="Red Hat Display"/>
              <a:buChar char="○"/>
              <a:defRPr sz="900"/>
            </a:lvl2pPr>
            <a:lvl3pPr indent="-285750" lvl="2" marL="1371600">
              <a:lnSpc>
                <a:spcPct val="100000"/>
              </a:lnSpc>
              <a:spcBef>
                <a:spcPts val="0"/>
              </a:spcBef>
              <a:spcAft>
                <a:spcPts val="0"/>
              </a:spcAft>
              <a:buClr>
                <a:schemeClr val="lt1"/>
              </a:buClr>
              <a:buSzPts val="900"/>
              <a:buFont typeface="Red Hat Display"/>
              <a:buChar char="■"/>
              <a:defRPr sz="900"/>
            </a:lvl3pPr>
            <a:lvl4pPr indent="-285750" lvl="3" marL="1828800">
              <a:lnSpc>
                <a:spcPct val="100000"/>
              </a:lnSpc>
              <a:spcBef>
                <a:spcPts val="0"/>
              </a:spcBef>
              <a:spcAft>
                <a:spcPts val="0"/>
              </a:spcAft>
              <a:buClr>
                <a:schemeClr val="lt1"/>
              </a:buClr>
              <a:buSzPts val="900"/>
              <a:buFont typeface="Red Hat Display"/>
              <a:buChar char="●"/>
              <a:defRPr sz="900"/>
            </a:lvl4pPr>
            <a:lvl5pPr indent="-285750" lvl="4" marL="2286000">
              <a:lnSpc>
                <a:spcPct val="100000"/>
              </a:lnSpc>
              <a:spcBef>
                <a:spcPts val="0"/>
              </a:spcBef>
              <a:spcAft>
                <a:spcPts val="0"/>
              </a:spcAft>
              <a:buClr>
                <a:schemeClr val="lt1"/>
              </a:buClr>
              <a:buSzPts val="900"/>
              <a:buFont typeface="Red Hat Display"/>
              <a:buChar char="○"/>
              <a:defRPr sz="900"/>
            </a:lvl5pPr>
            <a:lvl6pPr indent="-285750" lvl="5" marL="2743200">
              <a:lnSpc>
                <a:spcPct val="100000"/>
              </a:lnSpc>
              <a:spcBef>
                <a:spcPts val="0"/>
              </a:spcBef>
              <a:spcAft>
                <a:spcPts val="0"/>
              </a:spcAft>
              <a:buClr>
                <a:schemeClr val="lt1"/>
              </a:buClr>
              <a:buSzPts val="900"/>
              <a:buFont typeface="Red Hat Display"/>
              <a:buChar char="■"/>
              <a:defRPr sz="900"/>
            </a:lvl6pPr>
            <a:lvl7pPr indent="-285750" lvl="6" marL="3200400">
              <a:lnSpc>
                <a:spcPct val="100000"/>
              </a:lnSpc>
              <a:spcBef>
                <a:spcPts val="0"/>
              </a:spcBef>
              <a:spcAft>
                <a:spcPts val="0"/>
              </a:spcAft>
              <a:buClr>
                <a:schemeClr val="lt1"/>
              </a:buClr>
              <a:buSzPts val="900"/>
              <a:buFont typeface="Red Hat Display"/>
              <a:buChar char="●"/>
              <a:defRPr sz="900"/>
            </a:lvl7pPr>
            <a:lvl8pPr indent="-285750" lvl="7" marL="3657600">
              <a:lnSpc>
                <a:spcPct val="100000"/>
              </a:lnSpc>
              <a:spcBef>
                <a:spcPts val="0"/>
              </a:spcBef>
              <a:spcAft>
                <a:spcPts val="0"/>
              </a:spcAft>
              <a:buClr>
                <a:schemeClr val="lt1"/>
              </a:buClr>
              <a:buSzPts val="900"/>
              <a:buFont typeface="Red Hat Display"/>
              <a:buChar char="○"/>
              <a:defRPr sz="900"/>
            </a:lvl8pPr>
            <a:lvl9pPr indent="-285750" lvl="8" marL="4114800">
              <a:lnSpc>
                <a:spcPct val="100000"/>
              </a:lnSpc>
              <a:spcBef>
                <a:spcPts val="0"/>
              </a:spcBef>
              <a:spcAft>
                <a:spcPts val="0"/>
              </a:spcAft>
              <a:buClr>
                <a:schemeClr val="lt1"/>
              </a:buClr>
              <a:buSzPts val="900"/>
              <a:buFont typeface="Red Hat Display"/>
              <a:buChar char="■"/>
              <a:defRPr sz="900"/>
            </a:lvl9pPr>
          </a:lstStyle>
          <a:p/>
        </p:txBody>
      </p:sp>
      <p:sp>
        <p:nvSpPr>
          <p:cNvPr id="378" name="Google Shape;378;p28"/>
          <p:cNvSpPr txBox="1"/>
          <p:nvPr>
            <p:ph idx="9" type="body"/>
          </p:nvPr>
        </p:nvSpPr>
        <p:spPr>
          <a:xfrm>
            <a:off x="3941634" y="2820600"/>
            <a:ext cx="1239300" cy="11652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1"/>
              </a:buClr>
              <a:buSzPts val="900"/>
              <a:buFont typeface="Red Hat Display"/>
              <a:buChar char="●"/>
              <a:defRPr/>
            </a:lvl1pPr>
            <a:lvl2pPr indent="-285750" lvl="1" marL="914400">
              <a:spcBef>
                <a:spcPts val="0"/>
              </a:spcBef>
              <a:spcAft>
                <a:spcPts val="0"/>
              </a:spcAft>
              <a:buClr>
                <a:schemeClr val="lt1"/>
              </a:buClr>
              <a:buSzPts val="900"/>
              <a:buFont typeface="Red Hat Display"/>
              <a:buChar char="○"/>
              <a:defRPr/>
            </a:lvl2pPr>
            <a:lvl3pPr indent="-285750" lvl="2" marL="1371600">
              <a:spcBef>
                <a:spcPts val="0"/>
              </a:spcBef>
              <a:spcAft>
                <a:spcPts val="0"/>
              </a:spcAft>
              <a:buClr>
                <a:schemeClr val="lt1"/>
              </a:buClr>
              <a:buSzPts val="900"/>
              <a:buFont typeface="Red Hat Display"/>
              <a:buChar char="■"/>
              <a:defRPr/>
            </a:lvl3pPr>
            <a:lvl4pPr indent="-285750" lvl="3" marL="1828800">
              <a:spcBef>
                <a:spcPts val="0"/>
              </a:spcBef>
              <a:spcAft>
                <a:spcPts val="0"/>
              </a:spcAft>
              <a:buClr>
                <a:schemeClr val="lt1"/>
              </a:buClr>
              <a:buSzPts val="900"/>
              <a:buFont typeface="Red Hat Display"/>
              <a:buChar char="●"/>
              <a:defRPr/>
            </a:lvl4pPr>
            <a:lvl5pPr indent="-285750" lvl="4" marL="2286000">
              <a:spcBef>
                <a:spcPts val="0"/>
              </a:spcBef>
              <a:spcAft>
                <a:spcPts val="0"/>
              </a:spcAft>
              <a:buClr>
                <a:schemeClr val="lt1"/>
              </a:buClr>
              <a:buSzPts val="900"/>
              <a:buFont typeface="Red Hat Display"/>
              <a:buChar char="○"/>
              <a:defRPr/>
            </a:lvl5pPr>
            <a:lvl6pPr indent="-285750" lvl="5" marL="2743200">
              <a:spcBef>
                <a:spcPts val="0"/>
              </a:spcBef>
              <a:spcAft>
                <a:spcPts val="0"/>
              </a:spcAft>
              <a:buClr>
                <a:schemeClr val="lt1"/>
              </a:buClr>
              <a:buSzPts val="900"/>
              <a:buFont typeface="Red Hat Display"/>
              <a:buChar char="■"/>
              <a:defRPr/>
            </a:lvl6pPr>
            <a:lvl7pPr indent="-285750" lvl="6" marL="3200400">
              <a:spcBef>
                <a:spcPts val="0"/>
              </a:spcBef>
              <a:spcAft>
                <a:spcPts val="0"/>
              </a:spcAft>
              <a:buClr>
                <a:schemeClr val="lt1"/>
              </a:buClr>
              <a:buSzPts val="900"/>
              <a:buFont typeface="Red Hat Display"/>
              <a:buChar char="●"/>
              <a:defRPr/>
            </a:lvl7pPr>
            <a:lvl8pPr indent="-285750" lvl="7" marL="3657600">
              <a:spcBef>
                <a:spcPts val="0"/>
              </a:spcBef>
              <a:spcAft>
                <a:spcPts val="0"/>
              </a:spcAft>
              <a:buClr>
                <a:schemeClr val="lt1"/>
              </a:buClr>
              <a:buSzPts val="900"/>
              <a:buFont typeface="Red Hat Display"/>
              <a:buChar char="○"/>
              <a:defRPr/>
            </a:lvl8pPr>
            <a:lvl9pPr indent="-285750" lvl="8" marL="4114800">
              <a:spcBef>
                <a:spcPts val="0"/>
              </a:spcBef>
              <a:spcAft>
                <a:spcPts val="0"/>
              </a:spcAft>
              <a:buClr>
                <a:schemeClr val="lt1"/>
              </a:buClr>
              <a:buSzPts val="900"/>
              <a:buFont typeface="Red Hat Display"/>
              <a:buChar char="■"/>
              <a:defRPr/>
            </a:lvl9pPr>
          </a:lstStyle>
          <a:p/>
        </p:txBody>
      </p:sp>
      <p:sp>
        <p:nvSpPr>
          <p:cNvPr id="379" name="Google Shape;379;p28"/>
          <p:cNvSpPr txBox="1"/>
          <p:nvPr>
            <p:ph idx="13" type="body"/>
          </p:nvPr>
        </p:nvSpPr>
        <p:spPr>
          <a:xfrm>
            <a:off x="5764484" y="2820600"/>
            <a:ext cx="1239300" cy="11652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1"/>
              </a:buClr>
              <a:buSzPts val="900"/>
              <a:buFont typeface="Red Hat Display"/>
              <a:buChar char="●"/>
              <a:defRPr/>
            </a:lvl1pPr>
            <a:lvl2pPr indent="-285750" lvl="1" marL="914400">
              <a:spcBef>
                <a:spcPts val="0"/>
              </a:spcBef>
              <a:spcAft>
                <a:spcPts val="0"/>
              </a:spcAft>
              <a:buClr>
                <a:schemeClr val="lt1"/>
              </a:buClr>
              <a:buSzPts val="900"/>
              <a:buFont typeface="Red Hat Display"/>
              <a:buChar char="○"/>
              <a:defRPr/>
            </a:lvl2pPr>
            <a:lvl3pPr indent="-285750" lvl="2" marL="1371600">
              <a:spcBef>
                <a:spcPts val="0"/>
              </a:spcBef>
              <a:spcAft>
                <a:spcPts val="0"/>
              </a:spcAft>
              <a:buClr>
                <a:schemeClr val="lt1"/>
              </a:buClr>
              <a:buSzPts val="900"/>
              <a:buFont typeface="Red Hat Display"/>
              <a:buChar char="■"/>
              <a:defRPr/>
            </a:lvl3pPr>
            <a:lvl4pPr indent="-285750" lvl="3" marL="1828800">
              <a:spcBef>
                <a:spcPts val="0"/>
              </a:spcBef>
              <a:spcAft>
                <a:spcPts val="0"/>
              </a:spcAft>
              <a:buClr>
                <a:schemeClr val="lt1"/>
              </a:buClr>
              <a:buSzPts val="900"/>
              <a:buFont typeface="Red Hat Display"/>
              <a:buChar char="●"/>
              <a:defRPr/>
            </a:lvl4pPr>
            <a:lvl5pPr indent="-285750" lvl="4" marL="2286000">
              <a:spcBef>
                <a:spcPts val="0"/>
              </a:spcBef>
              <a:spcAft>
                <a:spcPts val="0"/>
              </a:spcAft>
              <a:buClr>
                <a:schemeClr val="lt1"/>
              </a:buClr>
              <a:buSzPts val="900"/>
              <a:buFont typeface="Red Hat Display"/>
              <a:buChar char="○"/>
              <a:defRPr/>
            </a:lvl5pPr>
            <a:lvl6pPr indent="-285750" lvl="5" marL="2743200">
              <a:spcBef>
                <a:spcPts val="0"/>
              </a:spcBef>
              <a:spcAft>
                <a:spcPts val="0"/>
              </a:spcAft>
              <a:buClr>
                <a:schemeClr val="lt1"/>
              </a:buClr>
              <a:buSzPts val="900"/>
              <a:buFont typeface="Red Hat Display"/>
              <a:buChar char="■"/>
              <a:defRPr/>
            </a:lvl6pPr>
            <a:lvl7pPr indent="-285750" lvl="6" marL="3200400">
              <a:spcBef>
                <a:spcPts val="0"/>
              </a:spcBef>
              <a:spcAft>
                <a:spcPts val="0"/>
              </a:spcAft>
              <a:buClr>
                <a:schemeClr val="lt1"/>
              </a:buClr>
              <a:buSzPts val="900"/>
              <a:buFont typeface="Red Hat Display"/>
              <a:buChar char="●"/>
              <a:defRPr/>
            </a:lvl7pPr>
            <a:lvl8pPr indent="-285750" lvl="7" marL="3657600">
              <a:spcBef>
                <a:spcPts val="0"/>
              </a:spcBef>
              <a:spcAft>
                <a:spcPts val="0"/>
              </a:spcAft>
              <a:buClr>
                <a:schemeClr val="lt1"/>
              </a:buClr>
              <a:buSzPts val="900"/>
              <a:buFont typeface="Red Hat Display"/>
              <a:buChar char="○"/>
              <a:defRPr/>
            </a:lvl8pPr>
            <a:lvl9pPr indent="-285750" lvl="8" marL="4114800">
              <a:spcBef>
                <a:spcPts val="0"/>
              </a:spcBef>
              <a:spcAft>
                <a:spcPts val="0"/>
              </a:spcAft>
              <a:buClr>
                <a:schemeClr val="lt1"/>
              </a:buClr>
              <a:buSzPts val="900"/>
              <a:buFont typeface="Red Hat Display"/>
              <a:buChar char="■"/>
              <a:defRPr/>
            </a:lvl9pPr>
          </a:lstStyle>
          <a:p/>
        </p:txBody>
      </p:sp>
      <p:sp>
        <p:nvSpPr>
          <p:cNvPr id="380" name="Google Shape;380;p28"/>
          <p:cNvSpPr txBox="1"/>
          <p:nvPr>
            <p:ph idx="14" type="body"/>
          </p:nvPr>
        </p:nvSpPr>
        <p:spPr>
          <a:xfrm>
            <a:off x="7587334" y="2820600"/>
            <a:ext cx="1239300" cy="11652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1"/>
              </a:buClr>
              <a:buSzPts val="900"/>
              <a:buFont typeface="Red Hat Display"/>
              <a:buChar char="●"/>
              <a:defRPr/>
            </a:lvl1pPr>
            <a:lvl2pPr indent="-285750" lvl="1" marL="914400">
              <a:spcBef>
                <a:spcPts val="0"/>
              </a:spcBef>
              <a:spcAft>
                <a:spcPts val="0"/>
              </a:spcAft>
              <a:buClr>
                <a:schemeClr val="lt1"/>
              </a:buClr>
              <a:buSzPts val="900"/>
              <a:buFont typeface="Red Hat Display"/>
              <a:buChar char="○"/>
              <a:defRPr/>
            </a:lvl2pPr>
            <a:lvl3pPr indent="-285750" lvl="2" marL="1371600">
              <a:spcBef>
                <a:spcPts val="0"/>
              </a:spcBef>
              <a:spcAft>
                <a:spcPts val="0"/>
              </a:spcAft>
              <a:buClr>
                <a:schemeClr val="lt1"/>
              </a:buClr>
              <a:buSzPts val="900"/>
              <a:buFont typeface="Red Hat Display"/>
              <a:buChar char="■"/>
              <a:defRPr/>
            </a:lvl3pPr>
            <a:lvl4pPr indent="-285750" lvl="3" marL="1828800">
              <a:spcBef>
                <a:spcPts val="0"/>
              </a:spcBef>
              <a:spcAft>
                <a:spcPts val="0"/>
              </a:spcAft>
              <a:buClr>
                <a:schemeClr val="lt1"/>
              </a:buClr>
              <a:buSzPts val="900"/>
              <a:buFont typeface="Red Hat Display"/>
              <a:buChar char="●"/>
              <a:defRPr/>
            </a:lvl4pPr>
            <a:lvl5pPr indent="-285750" lvl="4" marL="2286000">
              <a:spcBef>
                <a:spcPts val="0"/>
              </a:spcBef>
              <a:spcAft>
                <a:spcPts val="0"/>
              </a:spcAft>
              <a:buClr>
                <a:schemeClr val="lt1"/>
              </a:buClr>
              <a:buSzPts val="900"/>
              <a:buFont typeface="Red Hat Display"/>
              <a:buChar char="○"/>
              <a:defRPr/>
            </a:lvl5pPr>
            <a:lvl6pPr indent="-285750" lvl="5" marL="2743200">
              <a:spcBef>
                <a:spcPts val="0"/>
              </a:spcBef>
              <a:spcAft>
                <a:spcPts val="0"/>
              </a:spcAft>
              <a:buClr>
                <a:schemeClr val="lt1"/>
              </a:buClr>
              <a:buSzPts val="900"/>
              <a:buFont typeface="Red Hat Display"/>
              <a:buChar char="■"/>
              <a:defRPr/>
            </a:lvl6pPr>
            <a:lvl7pPr indent="-285750" lvl="6" marL="3200400">
              <a:spcBef>
                <a:spcPts val="0"/>
              </a:spcBef>
              <a:spcAft>
                <a:spcPts val="0"/>
              </a:spcAft>
              <a:buClr>
                <a:schemeClr val="lt1"/>
              </a:buClr>
              <a:buSzPts val="900"/>
              <a:buFont typeface="Red Hat Display"/>
              <a:buChar char="●"/>
              <a:defRPr/>
            </a:lvl7pPr>
            <a:lvl8pPr indent="-285750" lvl="7" marL="3657600">
              <a:spcBef>
                <a:spcPts val="0"/>
              </a:spcBef>
              <a:spcAft>
                <a:spcPts val="0"/>
              </a:spcAft>
              <a:buClr>
                <a:schemeClr val="lt1"/>
              </a:buClr>
              <a:buSzPts val="900"/>
              <a:buFont typeface="Red Hat Display"/>
              <a:buChar char="○"/>
              <a:defRPr/>
            </a:lvl8pPr>
            <a:lvl9pPr indent="-285750" lvl="8" marL="4114800">
              <a:spcBef>
                <a:spcPts val="0"/>
              </a:spcBef>
              <a:spcAft>
                <a:spcPts val="0"/>
              </a:spcAft>
              <a:buClr>
                <a:schemeClr val="lt1"/>
              </a:buClr>
              <a:buSzPts val="900"/>
              <a:buFont typeface="Red Hat Display"/>
              <a:buChar char="■"/>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highlights w/ dots">
  <p:cSld name="CUSTOM_5_2_1">
    <p:spTree>
      <p:nvGrpSpPr>
        <p:cNvPr id="381" name="Shape 381"/>
        <p:cNvGrpSpPr/>
        <p:nvPr/>
      </p:nvGrpSpPr>
      <p:grpSpPr>
        <a:xfrm>
          <a:off x="0" y="0"/>
          <a:ext cx="0" cy="0"/>
          <a:chOff x="0" y="0"/>
          <a:chExt cx="0" cy="0"/>
        </a:xfrm>
      </p:grpSpPr>
      <p:sp>
        <p:nvSpPr>
          <p:cNvPr id="382" name="Google Shape;382;p29"/>
          <p:cNvSpPr txBox="1"/>
          <p:nvPr>
            <p:ph type="title"/>
          </p:nvPr>
        </p:nvSpPr>
        <p:spPr>
          <a:xfrm>
            <a:off x="609600" y="724825"/>
            <a:ext cx="40158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383" name="Google Shape;383;p29"/>
          <p:cNvSpPr txBox="1"/>
          <p:nvPr>
            <p:ph idx="1" type="subTitle"/>
          </p:nvPr>
        </p:nvSpPr>
        <p:spPr>
          <a:xfrm>
            <a:off x="609600" y="457200"/>
            <a:ext cx="4015800" cy="264600"/>
          </a:xfrm>
          <a:prstGeom prst="rect">
            <a:avLst/>
          </a:prstGeom>
        </p:spPr>
        <p:txBody>
          <a:bodyPr anchorCtr="0" anchor="b" bIns="0" lIns="0" spcFirstLastPara="1" rIns="0" wrap="square" tIns="0">
            <a:noAutofit/>
          </a:bodyPr>
          <a:lstStyle>
            <a:lvl1pPr lvl="0">
              <a:spcBef>
                <a:spcPts val="0"/>
              </a:spcBef>
              <a:spcAft>
                <a:spcPts val="0"/>
              </a:spcAft>
              <a:buClr>
                <a:schemeClr val="accent3"/>
              </a:buClr>
              <a:buSzPts val="1000"/>
              <a:buFont typeface="Red Hat Display"/>
              <a:buNone/>
              <a:defRPr sz="1000">
                <a:solidFill>
                  <a:schemeClr val="accent3"/>
                </a:solidFill>
              </a:defRPr>
            </a:lvl1pPr>
            <a:lvl2pPr lvl="1">
              <a:spcBef>
                <a:spcPts val="0"/>
              </a:spcBef>
              <a:spcAft>
                <a:spcPts val="0"/>
              </a:spcAft>
              <a:buClr>
                <a:schemeClr val="accent3"/>
              </a:buClr>
              <a:buSzPts val="1400"/>
              <a:buFont typeface="Red Hat Display"/>
              <a:buNone/>
              <a:defRPr>
                <a:solidFill>
                  <a:schemeClr val="accent3"/>
                </a:solidFill>
              </a:defRPr>
            </a:lvl2pPr>
            <a:lvl3pPr lvl="2">
              <a:spcBef>
                <a:spcPts val="0"/>
              </a:spcBef>
              <a:spcAft>
                <a:spcPts val="0"/>
              </a:spcAft>
              <a:buClr>
                <a:schemeClr val="accent3"/>
              </a:buClr>
              <a:buSzPts val="1400"/>
              <a:buFont typeface="Red Hat Display"/>
              <a:buNone/>
              <a:defRPr>
                <a:solidFill>
                  <a:schemeClr val="accent3"/>
                </a:solidFill>
              </a:defRPr>
            </a:lvl3pPr>
            <a:lvl4pPr lvl="3">
              <a:spcBef>
                <a:spcPts val="0"/>
              </a:spcBef>
              <a:spcAft>
                <a:spcPts val="0"/>
              </a:spcAft>
              <a:buClr>
                <a:schemeClr val="accent3"/>
              </a:buClr>
              <a:buSzPts val="1400"/>
              <a:buFont typeface="Red Hat Display"/>
              <a:buNone/>
              <a:defRPr>
                <a:solidFill>
                  <a:schemeClr val="accent3"/>
                </a:solidFill>
              </a:defRPr>
            </a:lvl4pPr>
            <a:lvl5pPr lvl="4">
              <a:spcBef>
                <a:spcPts val="0"/>
              </a:spcBef>
              <a:spcAft>
                <a:spcPts val="0"/>
              </a:spcAft>
              <a:buClr>
                <a:schemeClr val="accent3"/>
              </a:buClr>
              <a:buSzPts val="1400"/>
              <a:buFont typeface="Red Hat Display"/>
              <a:buNone/>
              <a:defRPr>
                <a:solidFill>
                  <a:schemeClr val="accent3"/>
                </a:solidFill>
              </a:defRPr>
            </a:lvl5pPr>
            <a:lvl6pPr lvl="5">
              <a:spcBef>
                <a:spcPts val="0"/>
              </a:spcBef>
              <a:spcAft>
                <a:spcPts val="0"/>
              </a:spcAft>
              <a:buClr>
                <a:schemeClr val="accent3"/>
              </a:buClr>
              <a:buSzPts val="1400"/>
              <a:buFont typeface="Red Hat Display"/>
              <a:buNone/>
              <a:defRPr>
                <a:solidFill>
                  <a:schemeClr val="accent3"/>
                </a:solidFill>
              </a:defRPr>
            </a:lvl6pPr>
            <a:lvl7pPr lvl="6">
              <a:spcBef>
                <a:spcPts val="0"/>
              </a:spcBef>
              <a:spcAft>
                <a:spcPts val="0"/>
              </a:spcAft>
              <a:buClr>
                <a:schemeClr val="accent3"/>
              </a:buClr>
              <a:buSzPts val="1400"/>
              <a:buFont typeface="Red Hat Display"/>
              <a:buNone/>
              <a:defRPr>
                <a:solidFill>
                  <a:schemeClr val="accent3"/>
                </a:solidFill>
              </a:defRPr>
            </a:lvl7pPr>
            <a:lvl8pPr lvl="7">
              <a:spcBef>
                <a:spcPts val="0"/>
              </a:spcBef>
              <a:spcAft>
                <a:spcPts val="0"/>
              </a:spcAft>
              <a:buClr>
                <a:schemeClr val="accent3"/>
              </a:buClr>
              <a:buSzPts val="1400"/>
              <a:buFont typeface="Red Hat Display"/>
              <a:buNone/>
              <a:defRPr>
                <a:solidFill>
                  <a:schemeClr val="accent3"/>
                </a:solidFill>
              </a:defRPr>
            </a:lvl8pPr>
            <a:lvl9pPr lvl="8">
              <a:spcBef>
                <a:spcPts val="0"/>
              </a:spcBef>
              <a:spcAft>
                <a:spcPts val="0"/>
              </a:spcAft>
              <a:buClr>
                <a:schemeClr val="accent3"/>
              </a:buClr>
              <a:buSzPts val="1400"/>
              <a:buFont typeface="Red Hat Display"/>
              <a:buNone/>
              <a:defRPr>
                <a:solidFill>
                  <a:schemeClr val="accent3"/>
                </a:solidFill>
              </a:defRPr>
            </a:lvl9pPr>
          </a:lstStyle>
          <a:p/>
        </p:txBody>
      </p:sp>
      <p:sp>
        <p:nvSpPr>
          <p:cNvPr id="384" name="Google Shape;384;p29"/>
          <p:cNvSpPr/>
          <p:nvPr/>
        </p:nvSpPr>
        <p:spPr>
          <a:xfrm>
            <a:off x="225998" y="580123"/>
            <a:ext cx="253800" cy="276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85" name="Google Shape;385;p29"/>
          <p:cNvSpPr txBox="1"/>
          <p:nvPr>
            <p:ph idx="2" type="subTitle"/>
          </p:nvPr>
        </p:nvSpPr>
        <p:spPr>
          <a:xfrm>
            <a:off x="351700" y="2435600"/>
            <a:ext cx="1500900" cy="2646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386" name="Google Shape;386;p29"/>
          <p:cNvSpPr txBox="1"/>
          <p:nvPr>
            <p:ph idx="3" type="subTitle"/>
          </p:nvPr>
        </p:nvSpPr>
        <p:spPr>
          <a:xfrm>
            <a:off x="3315050" y="2435600"/>
            <a:ext cx="1500900" cy="2646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387" name="Google Shape;387;p29"/>
          <p:cNvSpPr txBox="1"/>
          <p:nvPr>
            <p:ph idx="4" type="subTitle"/>
          </p:nvPr>
        </p:nvSpPr>
        <p:spPr>
          <a:xfrm>
            <a:off x="6278400" y="2435600"/>
            <a:ext cx="1500900" cy="264600"/>
          </a:xfrm>
          <a:prstGeom prst="rect">
            <a:avLst/>
          </a:prstGeom>
        </p:spPr>
        <p:txBody>
          <a:bodyPr anchorCtr="0" anchor="ctr"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388" name="Google Shape;388;p29"/>
          <p:cNvSpPr txBox="1"/>
          <p:nvPr>
            <p:ph idx="5" type="body"/>
          </p:nvPr>
        </p:nvSpPr>
        <p:spPr>
          <a:xfrm>
            <a:off x="3315050" y="2882813"/>
            <a:ext cx="2439900" cy="1165200"/>
          </a:xfrm>
          <a:prstGeom prst="rect">
            <a:avLst/>
          </a:prstGeom>
        </p:spPr>
        <p:txBody>
          <a:bodyPr anchorCtr="0" anchor="t" bIns="0" lIns="0" spcFirstLastPara="1" rIns="0" wrap="square" tIns="0">
            <a:spAutoFit/>
          </a:bodyPr>
          <a:lstStyle>
            <a:lvl1pPr indent="-285750" lvl="0" marL="457200">
              <a:spcBef>
                <a:spcPts val="0"/>
              </a:spcBef>
              <a:spcAft>
                <a:spcPts val="0"/>
              </a:spcAft>
              <a:buSzPts val="900"/>
              <a:buFont typeface="Red Hat Display"/>
              <a:buChar char="●"/>
              <a:defRPr sz="900"/>
            </a:lvl1pPr>
            <a:lvl2pPr indent="-285750" lvl="1" marL="914400">
              <a:spcBef>
                <a:spcPts val="800"/>
              </a:spcBef>
              <a:spcAft>
                <a:spcPts val="0"/>
              </a:spcAft>
              <a:buSzPts val="900"/>
              <a:buFont typeface="Red Hat Display"/>
              <a:buChar char="○"/>
              <a:defRPr sz="900"/>
            </a:lvl2pPr>
            <a:lvl3pPr indent="-285750" lvl="2" marL="1371600">
              <a:spcBef>
                <a:spcPts val="800"/>
              </a:spcBef>
              <a:spcAft>
                <a:spcPts val="0"/>
              </a:spcAft>
              <a:buSzPts val="900"/>
              <a:buFont typeface="Red Hat Display"/>
              <a:buChar char="■"/>
              <a:defRPr sz="900"/>
            </a:lvl3pPr>
            <a:lvl4pPr indent="-285750" lvl="3" marL="1828800">
              <a:spcBef>
                <a:spcPts val="800"/>
              </a:spcBef>
              <a:spcAft>
                <a:spcPts val="0"/>
              </a:spcAft>
              <a:buSzPts val="900"/>
              <a:buFont typeface="Red Hat Display"/>
              <a:buChar char="●"/>
              <a:defRPr sz="900"/>
            </a:lvl4pPr>
            <a:lvl5pPr indent="-285750" lvl="4" marL="2286000">
              <a:spcBef>
                <a:spcPts val="800"/>
              </a:spcBef>
              <a:spcAft>
                <a:spcPts val="0"/>
              </a:spcAft>
              <a:buSzPts val="900"/>
              <a:buFont typeface="Red Hat Display"/>
              <a:buChar char="○"/>
              <a:defRPr sz="900"/>
            </a:lvl5pPr>
            <a:lvl6pPr indent="-285750" lvl="5" marL="2743200">
              <a:spcBef>
                <a:spcPts val="800"/>
              </a:spcBef>
              <a:spcAft>
                <a:spcPts val="0"/>
              </a:spcAft>
              <a:buSzPts val="900"/>
              <a:buFont typeface="Red Hat Display"/>
              <a:buChar char="■"/>
              <a:defRPr sz="900"/>
            </a:lvl6pPr>
            <a:lvl7pPr indent="-285750" lvl="6" marL="3200400">
              <a:spcBef>
                <a:spcPts val="800"/>
              </a:spcBef>
              <a:spcAft>
                <a:spcPts val="0"/>
              </a:spcAft>
              <a:buSzPts val="900"/>
              <a:buFont typeface="Red Hat Display"/>
              <a:buChar char="●"/>
              <a:defRPr sz="900"/>
            </a:lvl7pPr>
            <a:lvl8pPr indent="-285750" lvl="7" marL="3657600">
              <a:spcBef>
                <a:spcPts val="800"/>
              </a:spcBef>
              <a:spcAft>
                <a:spcPts val="0"/>
              </a:spcAft>
              <a:buSzPts val="900"/>
              <a:buFont typeface="Red Hat Display"/>
              <a:buChar char="○"/>
              <a:defRPr sz="900"/>
            </a:lvl8pPr>
            <a:lvl9pPr indent="-285750" lvl="8" marL="4114800">
              <a:spcBef>
                <a:spcPts val="800"/>
              </a:spcBef>
              <a:spcAft>
                <a:spcPts val="800"/>
              </a:spcAft>
              <a:buSzPts val="900"/>
              <a:buFont typeface="Red Hat Display"/>
              <a:buChar char="■"/>
              <a:defRPr sz="900"/>
            </a:lvl9pPr>
          </a:lstStyle>
          <a:p/>
        </p:txBody>
      </p:sp>
      <p:grpSp>
        <p:nvGrpSpPr>
          <p:cNvPr id="389" name="Google Shape;389;p29"/>
          <p:cNvGrpSpPr/>
          <p:nvPr/>
        </p:nvGrpSpPr>
        <p:grpSpPr>
          <a:xfrm flipH="1">
            <a:off x="6903656" y="79823"/>
            <a:ext cx="2140834" cy="1767927"/>
            <a:chOff x="142083" y="79814"/>
            <a:chExt cx="1831025" cy="1512212"/>
          </a:xfrm>
        </p:grpSpPr>
        <p:sp>
          <p:nvSpPr>
            <p:cNvPr id="390" name="Google Shape;390;p29"/>
            <p:cNvSpPr/>
            <p:nvPr/>
          </p:nvSpPr>
          <p:spPr>
            <a:xfrm>
              <a:off x="142083" y="79814"/>
              <a:ext cx="256500" cy="256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91" name="Google Shape;391;p29"/>
            <p:cNvSpPr/>
            <p:nvPr/>
          </p:nvSpPr>
          <p:spPr>
            <a:xfrm>
              <a:off x="487858" y="87214"/>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92" name="Google Shape;392;p29"/>
            <p:cNvSpPr/>
            <p:nvPr/>
          </p:nvSpPr>
          <p:spPr>
            <a:xfrm>
              <a:off x="839135" y="87214"/>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93" name="Google Shape;393;p29"/>
            <p:cNvSpPr/>
            <p:nvPr/>
          </p:nvSpPr>
          <p:spPr>
            <a:xfrm>
              <a:off x="1191033" y="105414"/>
              <a:ext cx="174000" cy="174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94" name="Google Shape;394;p29"/>
            <p:cNvSpPr/>
            <p:nvPr/>
          </p:nvSpPr>
          <p:spPr>
            <a:xfrm>
              <a:off x="1537808" y="115439"/>
              <a:ext cx="140700" cy="141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95" name="Google Shape;395;p29"/>
            <p:cNvSpPr/>
            <p:nvPr/>
          </p:nvSpPr>
          <p:spPr>
            <a:xfrm>
              <a:off x="1908008" y="148714"/>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96" name="Google Shape;396;p29"/>
            <p:cNvSpPr/>
            <p:nvPr/>
          </p:nvSpPr>
          <p:spPr>
            <a:xfrm>
              <a:off x="164883" y="422639"/>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97" name="Google Shape;397;p29"/>
            <p:cNvSpPr/>
            <p:nvPr/>
          </p:nvSpPr>
          <p:spPr>
            <a:xfrm>
              <a:off x="506960" y="427888"/>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98" name="Google Shape;398;p29"/>
            <p:cNvSpPr/>
            <p:nvPr/>
          </p:nvSpPr>
          <p:spPr>
            <a:xfrm>
              <a:off x="854387" y="436714"/>
              <a:ext cx="179700" cy="179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99" name="Google Shape;399;p29"/>
            <p:cNvSpPr/>
            <p:nvPr/>
          </p:nvSpPr>
          <p:spPr>
            <a:xfrm>
              <a:off x="1202034" y="450389"/>
              <a:ext cx="152100" cy="15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400" name="Google Shape;400;p29"/>
            <p:cNvSpPr/>
            <p:nvPr/>
          </p:nvSpPr>
          <p:spPr>
            <a:xfrm>
              <a:off x="1558407" y="470039"/>
              <a:ext cx="97800" cy="978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401" name="Google Shape;401;p29"/>
            <p:cNvSpPr/>
            <p:nvPr/>
          </p:nvSpPr>
          <p:spPr>
            <a:xfrm>
              <a:off x="1924408" y="499814"/>
              <a:ext cx="32400" cy="3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402" name="Google Shape;402;p29"/>
            <p:cNvSpPr/>
            <p:nvPr/>
          </p:nvSpPr>
          <p:spPr>
            <a:xfrm>
              <a:off x="529964" y="775614"/>
              <a:ext cx="179700" cy="179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403" name="Google Shape;403;p29"/>
            <p:cNvSpPr/>
            <p:nvPr/>
          </p:nvSpPr>
          <p:spPr>
            <a:xfrm>
              <a:off x="185718" y="765448"/>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404" name="Google Shape;404;p29"/>
            <p:cNvSpPr/>
            <p:nvPr/>
          </p:nvSpPr>
          <p:spPr>
            <a:xfrm>
              <a:off x="873448" y="784049"/>
              <a:ext cx="152100" cy="15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405" name="Google Shape;405;p29"/>
            <p:cNvSpPr/>
            <p:nvPr/>
          </p:nvSpPr>
          <p:spPr>
            <a:xfrm>
              <a:off x="1230921" y="804501"/>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406" name="Google Shape;406;p29"/>
            <p:cNvSpPr/>
            <p:nvPr/>
          </p:nvSpPr>
          <p:spPr>
            <a:xfrm>
              <a:off x="1577346" y="824201"/>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407" name="Google Shape;407;p29"/>
            <p:cNvSpPr/>
            <p:nvPr/>
          </p:nvSpPr>
          <p:spPr>
            <a:xfrm>
              <a:off x="551148" y="1122149"/>
              <a:ext cx="152100" cy="15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408" name="Google Shape;408;p29"/>
            <p:cNvSpPr/>
            <p:nvPr/>
          </p:nvSpPr>
          <p:spPr>
            <a:xfrm>
              <a:off x="201014" y="1115389"/>
              <a:ext cx="179700" cy="179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409" name="Google Shape;409;p29"/>
            <p:cNvSpPr/>
            <p:nvPr/>
          </p:nvSpPr>
          <p:spPr>
            <a:xfrm>
              <a:off x="900639" y="1144351"/>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410" name="Google Shape;410;p29"/>
            <p:cNvSpPr/>
            <p:nvPr/>
          </p:nvSpPr>
          <p:spPr>
            <a:xfrm>
              <a:off x="1258496" y="1160976"/>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411" name="Google Shape;411;p29"/>
            <p:cNvSpPr/>
            <p:nvPr/>
          </p:nvSpPr>
          <p:spPr>
            <a:xfrm>
              <a:off x="240458" y="1484026"/>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412" name="Google Shape;412;p29"/>
            <p:cNvSpPr/>
            <p:nvPr/>
          </p:nvSpPr>
          <p:spPr>
            <a:xfrm>
              <a:off x="583108" y="1486121"/>
              <a:ext cx="88200" cy="882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413" name="Google Shape;413;p29"/>
            <p:cNvSpPr/>
            <p:nvPr/>
          </p:nvSpPr>
          <p:spPr>
            <a:xfrm>
              <a:off x="937805" y="1508513"/>
              <a:ext cx="43500" cy="43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grpSp>
      <p:sp>
        <p:nvSpPr>
          <p:cNvPr id="414" name="Google Shape;414;p29"/>
          <p:cNvSpPr txBox="1"/>
          <p:nvPr>
            <p:ph idx="6" type="body"/>
          </p:nvPr>
        </p:nvSpPr>
        <p:spPr>
          <a:xfrm>
            <a:off x="351700" y="2882813"/>
            <a:ext cx="2439900" cy="11652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1"/>
              </a:buClr>
              <a:buSzPts val="900"/>
              <a:buFont typeface="Red Hat Display"/>
              <a:buChar char="●"/>
              <a:defRPr/>
            </a:lvl1pPr>
            <a:lvl2pPr indent="-285750" lvl="1" marL="914400">
              <a:lnSpc>
                <a:spcPct val="115000"/>
              </a:lnSpc>
              <a:spcBef>
                <a:spcPts val="1000"/>
              </a:spcBef>
              <a:spcAft>
                <a:spcPts val="0"/>
              </a:spcAft>
              <a:buClr>
                <a:schemeClr val="lt1"/>
              </a:buClr>
              <a:buSzPts val="900"/>
              <a:buFont typeface="Red Hat Display"/>
              <a:buChar char="○"/>
              <a:defRPr/>
            </a:lvl2pPr>
            <a:lvl3pPr indent="-285750" lvl="2" marL="1371600">
              <a:lnSpc>
                <a:spcPct val="115000"/>
              </a:lnSpc>
              <a:spcBef>
                <a:spcPts val="1000"/>
              </a:spcBef>
              <a:spcAft>
                <a:spcPts val="0"/>
              </a:spcAft>
              <a:buClr>
                <a:schemeClr val="lt1"/>
              </a:buClr>
              <a:buSzPts val="900"/>
              <a:buFont typeface="Red Hat Display"/>
              <a:buChar char="■"/>
              <a:defRPr/>
            </a:lvl3pPr>
            <a:lvl4pPr indent="-285750" lvl="3" marL="1828800">
              <a:lnSpc>
                <a:spcPct val="115000"/>
              </a:lnSpc>
              <a:spcBef>
                <a:spcPts val="1000"/>
              </a:spcBef>
              <a:spcAft>
                <a:spcPts val="0"/>
              </a:spcAft>
              <a:buClr>
                <a:schemeClr val="lt1"/>
              </a:buClr>
              <a:buSzPts val="900"/>
              <a:buFont typeface="Red Hat Display"/>
              <a:buChar char="●"/>
              <a:defRPr/>
            </a:lvl4pPr>
            <a:lvl5pPr indent="-285750" lvl="4" marL="2286000">
              <a:lnSpc>
                <a:spcPct val="115000"/>
              </a:lnSpc>
              <a:spcBef>
                <a:spcPts val="1000"/>
              </a:spcBef>
              <a:spcAft>
                <a:spcPts val="0"/>
              </a:spcAft>
              <a:buClr>
                <a:schemeClr val="lt1"/>
              </a:buClr>
              <a:buSzPts val="900"/>
              <a:buFont typeface="Red Hat Display"/>
              <a:buChar char="○"/>
              <a:defRPr/>
            </a:lvl5pPr>
            <a:lvl6pPr indent="-285750" lvl="5" marL="2743200">
              <a:lnSpc>
                <a:spcPct val="115000"/>
              </a:lnSpc>
              <a:spcBef>
                <a:spcPts val="1000"/>
              </a:spcBef>
              <a:spcAft>
                <a:spcPts val="0"/>
              </a:spcAft>
              <a:buClr>
                <a:schemeClr val="lt1"/>
              </a:buClr>
              <a:buSzPts val="900"/>
              <a:buFont typeface="Red Hat Display"/>
              <a:buChar char="■"/>
              <a:defRPr/>
            </a:lvl6pPr>
            <a:lvl7pPr indent="-285750" lvl="6" marL="3200400">
              <a:lnSpc>
                <a:spcPct val="115000"/>
              </a:lnSpc>
              <a:spcBef>
                <a:spcPts val="1000"/>
              </a:spcBef>
              <a:spcAft>
                <a:spcPts val="0"/>
              </a:spcAft>
              <a:buClr>
                <a:schemeClr val="lt1"/>
              </a:buClr>
              <a:buSzPts val="900"/>
              <a:buFont typeface="Red Hat Display"/>
              <a:buChar char="●"/>
              <a:defRPr/>
            </a:lvl7pPr>
            <a:lvl8pPr indent="-285750" lvl="7" marL="3657600">
              <a:lnSpc>
                <a:spcPct val="115000"/>
              </a:lnSpc>
              <a:spcBef>
                <a:spcPts val="1000"/>
              </a:spcBef>
              <a:spcAft>
                <a:spcPts val="0"/>
              </a:spcAft>
              <a:buClr>
                <a:schemeClr val="lt1"/>
              </a:buClr>
              <a:buSzPts val="900"/>
              <a:buFont typeface="Red Hat Display"/>
              <a:buChar char="○"/>
              <a:defRPr/>
            </a:lvl8pPr>
            <a:lvl9pPr indent="-285750" lvl="8" marL="4114800">
              <a:lnSpc>
                <a:spcPct val="115000"/>
              </a:lnSpc>
              <a:spcBef>
                <a:spcPts val="1000"/>
              </a:spcBef>
              <a:spcAft>
                <a:spcPts val="1000"/>
              </a:spcAft>
              <a:buClr>
                <a:schemeClr val="lt1"/>
              </a:buClr>
              <a:buSzPts val="900"/>
              <a:buFont typeface="Red Hat Display"/>
              <a:buChar char="■"/>
              <a:defRPr/>
            </a:lvl9pPr>
          </a:lstStyle>
          <a:p/>
        </p:txBody>
      </p:sp>
      <p:sp>
        <p:nvSpPr>
          <p:cNvPr id="415" name="Google Shape;415;p29"/>
          <p:cNvSpPr txBox="1"/>
          <p:nvPr>
            <p:ph idx="7" type="body"/>
          </p:nvPr>
        </p:nvSpPr>
        <p:spPr>
          <a:xfrm>
            <a:off x="6278400" y="2882813"/>
            <a:ext cx="2439900" cy="11652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1"/>
              </a:buClr>
              <a:buSzPts val="900"/>
              <a:buFont typeface="Red Hat Display"/>
              <a:buChar char="●"/>
              <a:defRPr/>
            </a:lvl1pPr>
            <a:lvl2pPr indent="-285750" lvl="1" marL="914400">
              <a:lnSpc>
                <a:spcPct val="115000"/>
              </a:lnSpc>
              <a:spcBef>
                <a:spcPts val="1000"/>
              </a:spcBef>
              <a:spcAft>
                <a:spcPts val="0"/>
              </a:spcAft>
              <a:buClr>
                <a:schemeClr val="lt1"/>
              </a:buClr>
              <a:buSzPts val="900"/>
              <a:buFont typeface="Red Hat Display"/>
              <a:buChar char="○"/>
              <a:defRPr/>
            </a:lvl2pPr>
            <a:lvl3pPr indent="-285750" lvl="2" marL="1371600">
              <a:lnSpc>
                <a:spcPct val="115000"/>
              </a:lnSpc>
              <a:spcBef>
                <a:spcPts val="1000"/>
              </a:spcBef>
              <a:spcAft>
                <a:spcPts val="0"/>
              </a:spcAft>
              <a:buClr>
                <a:schemeClr val="lt1"/>
              </a:buClr>
              <a:buSzPts val="900"/>
              <a:buFont typeface="Red Hat Display"/>
              <a:buChar char="■"/>
              <a:defRPr/>
            </a:lvl3pPr>
            <a:lvl4pPr indent="-285750" lvl="3" marL="1828800">
              <a:lnSpc>
                <a:spcPct val="115000"/>
              </a:lnSpc>
              <a:spcBef>
                <a:spcPts val="1000"/>
              </a:spcBef>
              <a:spcAft>
                <a:spcPts val="0"/>
              </a:spcAft>
              <a:buClr>
                <a:schemeClr val="lt1"/>
              </a:buClr>
              <a:buSzPts val="900"/>
              <a:buFont typeface="Red Hat Display"/>
              <a:buChar char="●"/>
              <a:defRPr/>
            </a:lvl4pPr>
            <a:lvl5pPr indent="-285750" lvl="4" marL="2286000">
              <a:lnSpc>
                <a:spcPct val="115000"/>
              </a:lnSpc>
              <a:spcBef>
                <a:spcPts val="1000"/>
              </a:spcBef>
              <a:spcAft>
                <a:spcPts val="0"/>
              </a:spcAft>
              <a:buClr>
                <a:schemeClr val="lt1"/>
              </a:buClr>
              <a:buSzPts val="900"/>
              <a:buFont typeface="Red Hat Display"/>
              <a:buChar char="○"/>
              <a:defRPr/>
            </a:lvl5pPr>
            <a:lvl6pPr indent="-285750" lvl="5" marL="2743200">
              <a:lnSpc>
                <a:spcPct val="115000"/>
              </a:lnSpc>
              <a:spcBef>
                <a:spcPts val="1000"/>
              </a:spcBef>
              <a:spcAft>
                <a:spcPts val="0"/>
              </a:spcAft>
              <a:buClr>
                <a:schemeClr val="lt1"/>
              </a:buClr>
              <a:buSzPts val="900"/>
              <a:buFont typeface="Red Hat Display"/>
              <a:buChar char="■"/>
              <a:defRPr/>
            </a:lvl6pPr>
            <a:lvl7pPr indent="-285750" lvl="6" marL="3200400">
              <a:lnSpc>
                <a:spcPct val="115000"/>
              </a:lnSpc>
              <a:spcBef>
                <a:spcPts val="1000"/>
              </a:spcBef>
              <a:spcAft>
                <a:spcPts val="0"/>
              </a:spcAft>
              <a:buClr>
                <a:schemeClr val="lt1"/>
              </a:buClr>
              <a:buSzPts val="900"/>
              <a:buFont typeface="Red Hat Display"/>
              <a:buChar char="●"/>
              <a:defRPr/>
            </a:lvl7pPr>
            <a:lvl8pPr indent="-285750" lvl="7" marL="3657600">
              <a:lnSpc>
                <a:spcPct val="115000"/>
              </a:lnSpc>
              <a:spcBef>
                <a:spcPts val="1000"/>
              </a:spcBef>
              <a:spcAft>
                <a:spcPts val="0"/>
              </a:spcAft>
              <a:buClr>
                <a:schemeClr val="lt1"/>
              </a:buClr>
              <a:buSzPts val="900"/>
              <a:buFont typeface="Red Hat Display"/>
              <a:buChar char="○"/>
              <a:defRPr/>
            </a:lvl8pPr>
            <a:lvl9pPr indent="-285750" lvl="8" marL="4114800">
              <a:lnSpc>
                <a:spcPct val="115000"/>
              </a:lnSpc>
              <a:spcBef>
                <a:spcPts val="1000"/>
              </a:spcBef>
              <a:spcAft>
                <a:spcPts val="1000"/>
              </a:spcAft>
              <a:buClr>
                <a:schemeClr val="lt1"/>
              </a:buClr>
              <a:buSzPts val="900"/>
              <a:buFont typeface="Red Hat Display"/>
              <a:buChar char="■"/>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highlights">
  <p:cSld name="CUSTOM_5_2_1_1">
    <p:spTree>
      <p:nvGrpSpPr>
        <p:cNvPr id="416" name="Shape 416"/>
        <p:cNvGrpSpPr/>
        <p:nvPr/>
      </p:nvGrpSpPr>
      <p:grpSpPr>
        <a:xfrm>
          <a:off x="0" y="0"/>
          <a:ext cx="0" cy="0"/>
          <a:chOff x="0" y="0"/>
          <a:chExt cx="0" cy="0"/>
        </a:xfrm>
      </p:grpSpPr>
      <p:sp>
        <p:nvSpPr>
          <p:cNvPr id="417" name="Google Shape;417;p30"/>
          <p:cNvSpPr txBox="1"/>
          <p:nvPr>
            <p:ph type="title"/>
          </p:nvPr>
        </p:nvSpPr>
        <p:spPr>
          <a:xfrm>
            <a:off x="609600" y="724825"/>
            <a:ext cx="40158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418" name="Google Shape;418;p30"/>
          <p:cNvSpPr txBox="1"/>
          <p:nvPr>
            <p:ph idx="1" type="subTitle"/>
          </p:nvPr>
        </p:nvSpPr>
        <p:spPr>
          <a:xfrm>
            <a:off x="609600" y="457200"/>
            <a:ext cx="4015800" cy="264600"/>
          </a:xfrm>
          <a:prstGeom prst="rect">
            <a:avLst/>
          </a:prstGeom>
        </p:spPr>
        <p:txBody>
          <a:bodyPr anchorCtr="0" anchor="b" bIns="0" lIns="0" spcFirstLastPara="1" rIns="0" wrap="square" tIns="0">
            <a:noAutofit/>
          </a:bodyPr>
          <a:lstStyle>
            <a:lvl1pPr lvl="0">
              <a:spcBef>
                <a:spcPts val="0"/>
              </a:spcBef>
              <a:spcAft>
                <a:spcPts val="0"/>
              </a:spcAft>
              <a:buClr>
                <a:schemeClr val="accent3"/>
              </a:buClr>
              <a:buSzPts val="1000"/>
              <a:buFont typeface="Red Hat Display"/>
              <a:buNone/>
              <a:defRPr sz="1000">
                <a:solidFill>
                  <a:schemeClr val="accent3"/>
                </a:solidFill>
              </a:defRPr>
            </a:lvl1pPr>
            <a:lvl2pPr lvl="1">
              <a:spcBef>
                <a:spcPts val="0"/>
              </a:spcBef>
              <a:spcAft>
                <a:spcPts val="0"/>
              </a:spcAft>
              <a:buClr>
                <a:schemeClr val="accent3"/>
              </a:buClr>
              <a:buSzPts val="1400"/>
              <a:buFont typeface="Red Hat Display"/>
              <a:buNone/>
              <a:defRPr>
                <a:solidFill>
                  <a:schemeClr val="accent3"/>
                </a:solidFill>
              </a:defRPr>
            </a:lvl2pPr>
            <a:lvl3pPr lvl="2">
              <a:spcBef>
                <a:spcPts val="0"/>
              </a:spcBef>
              <a:spcAft>
                <a:spcPts val="0"/>
              </a:spcAft>
              <a:buClr>
                <a:schemeClr val="accent3"/>
              </a:buClr>
              <a:buSzPts val="1400"/>
              <a:buFont typeface="Red Hat Display"/>
              <a:buNone/>
              <a:defRPr>
                <a:solidFill>
                  <a:schemeClr val="accent3"/>
                </a:solidFill>
              </a:defRPr>
            </a:lvl3pPr>
            <a:lvl4pPr lvl="3">
              <a:spcBef>
                <a:spcPts val="0"/>
              </a:spcBef>
              <a:spcAft>
                <a:spcPts val="0"/>
              </a:spcAft>
              <a:buClr>
                <a:schemeClr val="accent3"/>
              </a:buClr>
              <a:buSzPts val="1400"/>
              <a:buFont typeface="Red Hat Display"/>
              <a:buNone/>
              <a:defRPr>
                <a:solidFill>
                  <a:schemeClr val="accent3"/>
                </a:solidFill>
              </a:defRPr>
            </a:lvl4pPr>
            <a:lvl5pPr lvl="4">
              <a:spcBef>
                <a:spcPts val="0"/>
              </a:spcBef>
              <a:spcAft>
                <a:spcPts val="0"/>
              </a:spcAft>
              <a:buClr>
                <a:schemeClr val="accent3"/>
              </a:buClr>
              <a:buSzPts val="1400"/>
              <a:buFont typeface="Red Hat Display"/>
              <a:buNone/>
              <a:defRPr>
                <a:solidFill>
                  <a:schemeClr val="accent3"/>
                </a:solidFill>
              </a:defRPr>
            </a:lvl5pPr>
            <a:lvl6pPr lvl="5">
              <a:spcBef>
                <a:spcPts val="0"/>
              </a:spcBef>
              <a:spcAft>
                <a:spcPts val="0"/>
              </a:spcAft>
              <a:buClr>
                <a:schemeClr val="accent3"/>
              </a:buClr>
              <a:buSzPts val="1400"/>
              <a:buFont typeface="Red Hat Display"/>
              <a:buNone/>
              <a:defRPr>
                <a:solidFill>
                  <a:schemeClr val="accent3"/>
                </a:solidFill>
              </a:defRPr>
            </a:lvl6pPr>
            <a:lvl7pPr lvl="6">
              <a:spcBef>
                <a:spcPts val="0"/>
              </a:spcBef>
              <a:spcAft>
                <a:spcPts val="0"/>
              </a:spcAft>
              <a:buClr>
                <a:schemeClr val="accent3"/>
              </a:buClr>
              <a:buSzPts val="1400"/>
              <a:buFont typeface="Red Hat Display"/>
              <a:buNone/>
              <a:defRPr>
                <a:solidFill>
                  <a:schemeClr val="accent3"/>
                </a:solidFill>
              </a:defRPr>
            </a:lvl7pPr>
            <a:lvl8pPr lvl="7">
              <a:spcBef>
                <a:spcPts val="0"/>
              </a:spcBef>
              <a:spcAft>
                <a:spcPts val="0"/>
              </a:spcAft>
              <a:buClr>
                <a:schemeClr val="accent3"/>
              </a:buClr>
              <a:buSzPts val="1400"/>
              <a:buFont typeface="Red Hat Display"/>
              <a:buNone/>
              <a:defRPr>
                <a:solidFill>
                  <a:schemeClr val="accent3"/>
                </a:solidFill>
              </a:defRPr>
            </a:lvl8pPr>
            <a:lvl9pPr lvl="8">
              <a:spcBef>
                <a:spcPts val="0"/>
              </a:spcBef>
              <a:spcAft>
                <a:spcPts val="0"/>
              </a:spcAft>
              <a:buClr>
                <a:schemeClr val="accent3"/>
              </a:buClr>
              <a:buSzPts val="1400"/>
              <a:buFont typeface="Red Hat Display"/>
              <a:buNone/>
              <a:defRPr>
                <a:solidFill>
                  <a:schemeClr val="accent3"/>
                </a:solidFill>
              </a:defRPr>
            </a:lvl9pPr>
          </a:lstStyle>
          <a:p/>
        </p:txBody>
      </p:sp>
      <p:sp>
        <p:nvSpPr>
          <p:cNvPr id="419" name="Google Shape;419;p30"/>
          <p:cNvSpPr/>
          <p:nvPr/>
        </p:nvSpPr>
        <p:spPr>
          <a:xfrm>
            <a:off x="225998" y="580123"/>
            <a:ext cx="253800" cy="276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420" name="Google Shape;420;p30"/>
          <p:cNvSpPr txBox="1"/>
          <p:nvPr>
            <p:ph idx="2" type="subTitle"/>
          </p:nvPr>
        </p:nvSpPr>
        <p:spPr>
          <a:xfrm>
            <a:off x="351700" y="2435600"/>
            <a:ext cx="2439900" cy="2646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421" name="Google Shape;421;p30"/>
          <p:cNvSpPr txBox="1"/>
          <p:nvPr>
            <p:ph idx="3" type="subTitle"/>
          </p:nvPr>
        </p:nvSpPr>
        <p:spPr>
          <a:xfrm>
            <a:off x="3315050" y="2435600"/>
            <a:ext cx="2439900" cy="2646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422" name="Google Shape;422;p30"/>
          <p:cNvSpPr txBox="1"/>
          <p:nvPr>
            <p:ph idx="4" type="subTitle"/>
          </p:nvPr>
        </p:nvSpPr>
        <p:spPr>
          <a:xfrm>
            <a:off x="6278400" y="2435600"/>
            <a:ext cx="2439900" cy="264600"/>
          </a:xfrm>
          <a:prstGeom prst="rect">
            <a:avLst/>
          </a:prstGeom>
        </p:spPr>
        <p:txBody>
          <a:bodyPr anchorCtr="0" anchor="ctr"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423" name="Google Shape;423;p30"/>
          <p:cNvSpPr txBox="1"/>
          <p:nvPr>
            <p:ph idx="5" type="body"/>
          </p:nvPr>
        </p:nvSpPr>
        <p:spPr>
          <a:xfrm>
            <a:off x="3315050" y="2882813"/>
            <a:ext cx="2439900" cy="1165200"/>
          </a:xfrm>
          <a:prstGeom prst="rect">
            <a:avLst/>
          </a:prstGeom>
        </p:spPr>
        <p:txBody>
          <a:bodyPr anchorCtr="0" anchor="t" bIns="0" lIns="0" spcFirstLastPara="1" rIns="0" wrap="square" tIns="0">
            <a:spAutoFit/>
          </a:bodyPr>
          <a:lstStyle>
            <a:lvl1pPr indent="-285750" lvl="0" marL="457200">
              <a:spcBef>
                <a:spcPts val="0"/>
              </a:spcBef>
              <a:spcAft>
                <a:spcPts val="0"/>
              </a:spcAft>
              <a:buSzPts val="900"/>
              <a:buFont typeface="Red Hat Display"/>
              <a:buChar char="●"/>
              <a:defRPr sz="900"/>
            </a:lvl1pPr>
            <a:lvl2pPr indent="-285750" lvl="1" marL="914400">
              <a:spcBef>
                <a:spcPts val="800"/>
              </a:spcBef>
              <a:spcAft>
                <a:spcPts val="0"/>
              </a:spcAft>
              <a:buSzPts val="900"/>
              <a:buFont typeface="Red Hat Display"/>
              <a:buChar char="○"/>
              <a:defRPr sz="900"/>
            </a:lvl2pPr>
            <a:lvl3pPr indent="-285750" lvl="2" marL="1371600">
              <a:spcBef>
                <a:spcPts val="800"/>
              </a:spcBef>
              <a:spcAft>
                <a:spcPts val="0"/>
              </a:spcAft>
              <a:buSzPts val="900"/>
              <a:buFont typeface="Red Hat Display"/>
              <a:buChar char="■"/>
              <a:defRPr sz="900"/>
            </a:lvl3pPr>
            <a:lvl4pPr indent="-285750" lvl="3" marL="1828800">
              <a:spcBef>
                <a:spcPts val="800"/>
              </a:spcBef>
              <a:spcAft>
                <a:spcPts val="0"/>
              </a:spcAft>
              <a:buSzPts val="900"/>
              <a:buFont typeface="Red Hat Display"/>
              <a:buChar char="●"/>
              <a:defRPr sz="900"/>
            </a:lvl4pPr>
            <a:lvl5pPr indent="-285750" lvl="4" marL="2286000">
              <a:spcBef>
                <a:spcPts val="800"/>
              </a:spcBef>
              <a:spcAft>
                <a:spcPts val="0"/>
              </a:spcAft>
              <a:buSzPts val="900"/>
              <a:buFont typeface="Red Hat Display"/>
              <a:buChar char="○"/>
              <a:defRPr sz="900"/>
            </a:lvl5pPr>
            <a:lvl6pPr indent="-285750" lvl="5" marL="2743200">
              <a:spcBef>
                <a:spcPts val="800"/>
              </a:spcBef>
              <a:spcAft>
                <a:spcPts val="0"/>
              </a:spcAft>
              <a:buSzPts val="900"/>
              <a:buFont typeface="Red Hat Display"/>
              <a:buChar char="■"/>
              <a:defRPr sz="900"/>
            </a:lvl6pPr>
            <a:lvl7pPr indent="-285750" lvl="6" marL="3200400">
              <a:spcBef>
                <a:spcPts val="800"/>
              </a:spcBef>
              <a:spcAft>
                <a:spcPts val="0"/>
              </a:spcAft>
              <a:buSzPts val="900"/>
              <a:buFont typeface="Red Hat Display"/>
              <a:buChar char="●"/>
              <a:defRPr sz="900"/>
            </a:lvl7pPr>
            <a:lvl8pPr indent="-285750" lvl="7" marL="3657600">
              <a:spcBef>
                <a:spcPts val="800"/>
              </a:spcBef>
              <a:spcAft>
                <a:spcPts val="0"/>
              </a:spcAft>
              <a:buSzPts val="900"/>
              <a:buFont typeface="Red Hat Display"/>
              <a:buChar char="○"/>
              <a:defRPr sz="900"/>
            </a:lvl8pPr>
            <a:lvl9pPr indent="-285750" lvl="8" marL="4114800">
              <a:spcBef>
                <a:spcPts val="800"/>
              </a:spcBef>
              <a:spcAft>
                <a:spcPts val="800"/>
              </a:spcAft>
              <a:buSzPts val="900"/>
              <a:buFont typeface="Red Hat Display"/>
              <a:buChar char="■"/>
              <a:defRPr sz="900"/>
            </a:lvl9pPr>
          </a:lstStyle>
          <a:p/>
        </p:txBody>
      </p:sp>
      <p:sp>
        <p:nvSpPr>
          <p:cNvPr id="424" name="Google Shape;424;p30"/>
          <p:cNvSpPr txBox="1"/>
          <p:nvPr>
            <p:ph idx="6" type="body"/>
          </p:nvPr>
        </p:nvSpPr>
        <p:spPr>
          <a:xfrm>
            <a:off x="351700" y="2882813"/>
            <a:ext cx="2439900" cy="11652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1"/>
              </a:buClr>
              <a:buSzPts val="900"/>
              <a:buFont typeface="Red Hat Display"/>
              <a:buChar char="●"/>
              <a:defRPr/>
            </a:lvl1pPr>
            <a:lvl2pPr indent="-285750" lvl="1" marL="914400">
              <a:lnSpc>
                <a:spcPct val="115000"/>
              </a:lnSpc>
              <a:spcBef>
                <a:spcPts val="1000"/>
              </a:spcBef>
              <a:spcAft>
                <a:spcPts val="0"/>
              </a:spcAft>
              <a:buClr>
                <a:schemeClr val="lt1"/>
              </a:buClr>
              <a:buSzPts val="900"/>
              <a:buFont typeface="Red Hat Display"/>
              <a:buChar char="○"/>
              <a:defRPr/>
            </a:lvl2pPr>
            <a:lvl3pPr indent="-285750" lvl="2" marL="1371600">
              <a:lnSpc>
                <a:spcPct val="115000"/>
              </a:lnSpc>
              <a:spcBef>
                <a:spcPts val="1000"/>
              </a:spcBef>
              <a:spcAft>
                <a:spcPts val="0"/>
              </a:spcAft>
              <a:buClr>
                <a:schemeClr val="lt1"/>
              </a:buClr>
              <a:buSzPts val="900"/>
              <a:buFont typeface="Red Hat Display"/>
              <a:buChar char="■"/>
              <a:defRPr/>
            </a:lvl3pPr>
            <a:lvl4pPr indent="-285750" lvl="3" marL="1828800">
              <a:lnSpc>
                <a:spcPct val="115000"/>
              </a:lnSpc>
              <a:spcBef>
                <a:spcPts val="1000"/>
              </a:spcBef>
              <a:spcAft>
                <a:spcPts val="0"/>
              </a:spcAft>
              <a:buClr>
                <a:schemeClr val="lt1"/>
              </a:buClr>
              <a:buSzPts val="900"/>
              <a:buFont typeface="Red Hat Display"/>
              <a:buChar char="●"/>
              <a:defRPr/>
            </a:lvl4pPr>
            <a:lvl5pPr indent="-285750" lvl="4" marL="2286000">
              <a:lnSpc>
                <a:spcPct val="115000"/>
              </a:lnSpc>
              <a:spcBef>
                <a:spcPts val="1000"/>
              </a:spcBef>
              <a:spcAft>
                <a:spcPts val="0"/>
              </a:spcAft>
              <a:buClr>
                <a:schemeClr val="lt1"/>
              </a:buClr>
              <a:buSzPts val="900"/>
              <a:buFont typeface="Red Hat Display"/>
              <a:buChar char="○"/>
              <a:defRPr/>
            </a:lvl5pPr>
            <a:lvl6pPr indent="-285750" lvl="5" marL="2743200">
              <a:lnSpc>
                <a:spcPct val="115000"/>
              </a:lnSpc>
              <a:spcBef>
                <a:spcPts val="1000"/>
              </a:spcBef>
              <a:spcAft>
                <a:spcPts val="0"/>
              </a:spcAft>
              <a:buClr>
                <a:schemeClr val="lt1"/>
              </a:buClr>
              <a:buSzPts val="900"/>
              <a:buFont typeface="Red Hat Display"/>
              <a:buChar char="■"/>
              <a:defRPr/>
            </a:lvl6pPr>
            <a:lvl7pPr indent="-285750" lvl="6" marL="3200400">
              <a:lnSpc>
                <a:spcPct val="115000"/>
              </a:lnSpc>
              <a:spcBef>
                <a:spcPts val="1000"/>
              </a:spcBef>
              <a:spcAft>
                <a:spcPts val="0"/>
              </a:spcAft>
              <a:buClr>
                <a:schemeClr val="lt1"/>
              </a:buClr>
              <a:buSzPts val="900"/>
              <a:buFont typeface="Red Hat Display"/>
              <a:buChar char="●"/>
              <a:defRPr/>
            </a:lvl7pPr>
            <a:lvl8pPr indent="-285750" lvl="7" marL="3657600">
              <a:lnSpc>
                <a:spcPct val="115000"/>
              </a:lnSpc>
              <a:spcBef>
                <a:spcPts val="1000"/>
              </a:spcBef>
              <a:spcAft>
                <a:spcPts val="0"/>
              </a:spcAft>
              <a:buClr>
                <a:schemeClr val="lt1"/>
              </a:buClr>
              <a:buSzPts val="900"/>
              <a:buFont typeface="Red Hat Display"/>
              <a:buChar char="○"/>
              <a:defRPr/>
            </a:lvl8pPr>
            <a:lvl9pPr indent="-285750" lvl="8" marL="4114800">
              <a:lnSpc>
                <a:spcPct val="115000"/>
              </a:lnSpc>
              <a:spcBef>
                <a:spcPts val="1000"/>
              </a:spcBef>
              <a:spcAft>
                <a:spcPts val="1000"/>
              </a:spcAft>
              <a:buClr>
                <a:schemeClr val="lt1"/>
              </a:buClr>
              <a:buSzPts val="900"/>
              <a:buFont typeface="Red Hat Display"/>
              <a:buChar char="■"/>
              <a:defRPr/>
            </a:lvl9pPr>
          </a:lstStyle>
          <a:p/>
        </p:txBody>
      </p:sp>
      <p:sp>
        <p:nvSpPr>
          <p:cNvPr id="425" name="Google Shape;425;p30"/>
          <p:cNvSpPr txBox="1"/>
          <p:nvPr>
            <p:ph idx="7" type="body"/>
          </p:nvPr>
        </p:nvSpPr>
        <p:spPr>
          <a:xfrm>
            <a:off x="6278400" y="2882813"/>
            <a:ext cx="2439900" cy="11652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1"/>
              </a:buClr>
              <a:buSzPts val="900"/>
              <a:buFont typeface="Red Hat Display"/>
              <a:buChar char="●"/>
              <a:defRPr/>
            </a:lvl1pPr>
            <a:lvl2pPr indent="-285750" lvl="1" marL="914400">
              <a:lnSpc>
                <a:spcPct val="115000"/>
              </a:lnSpc>
              <a:spcBef>
                <a:spcPts val="1000"/>
              </a:spcBef>
              <a:spcAft>
                <a:spcPts val="0"/>
              </a:spcAft>
              <a:buClr>
                <a:schemeClr val="lt1"/>
              </a:buClr>
              <a:buSzPts val="900"/>
              <a:buFont typeface="Red Hat Display"/>
              <a:buChar char="○"/>
              <a:defRPr/>
            </a:lvl2pPr>
            <a:lvl3pPr indent="-285750" lvl="2" marL="1371600">
              <a:lnSpc>
                <a:spcPct val="115000"/>
              </a:lnSpc>
              <a:spcBef>
                <a:spcPts val="1000"/>
              </a:spcBef>
              <a:spcAft>
                <a:spcPts val="0"/>
              </a:spcAft>
              <a:buClr>
                <a:schemeClr val="lt1"/>
              </a:buClr>
              <a:buSzPts val="900"/>
              <a:buFont typeface="Red Hat Display"/>
              <a:buChar char="■"/>
              <a:defRPr/>
            </a:lvl3pPr>
            <a:lvl4pPr indent="-285750" lvl="3" marL="1828800">
              <a:lnSpc>
                <a:spcPct val="115000"/>
              </a:lnSpc>
              <a:spcBef>
                <a:spcPts val="1000"/>
              </a:spcBef>
              <a:spcAft>
                <a:spcPts val="0"/>
              </a:spcAft>
              <a:buClr>
                <a:schemeClr val="lt1"/>
              </a:buClr>
              <a:buSzPts val="900"/>
              <a:buFont typeface="Red Hat Display"/>
              <a:buChar char="●"/>
              <a:defRPr/>
            </a:lvl4pPr>
            <a:lvl5pPr indent="-285750" lvl="4" marL="2286000">
              <a:lnSpc>
                <a:spcPct val="115000"/>
              </a:lnSpc>
              <a:spcBef>
                <a:spcPts val="1000"/>
              </a:spcBef>
              <a:spcAft>
                <a:spcPts val="0"/>
              </a:spcAft>
              <a:buClr>
                <a:schemeClr val="lt1"/>
              </a:buClr>
              <a:buSzPts val="900"/>
              <a:buFont typeface="Red Hat Display"/>
              <a:buChar char="○"/>
              <a:defRPr/>
            </a:lvl5pPr>
            <a:lvl6pPr indent="-285750" lvl="5" marL="2743200">
              <a:lnSpc>
                <a:spcPct val="115000"/>
              </a:lnSpc>
              <a:spcBef>
                <a:spcPts val="1000"/>
              </a:spcBef>
              <a:spcAft>
                <a:spcPts val="0"/>
              </a:spcAft>
              <a:buClr>
                <a:schemeClr val="lt1"/>
              </a:buClr>
              <a:buSzPts val="900"/>
              <a:buFont typeface="Red Hat Display"/>
              <a:buChar char="■"/>
              <a:defRPr/>
            </a:lvl6pPr>
            <a:lvl7pPr indent="-285750" lvl="6" marL="3200400">
              <a:lnSpc>
                <a:spcPct val="115000"/>
              </a:lnSpc>
              <a:spcBef>
                <a:spcPts val="1000"/>
              </a:spcBef>
              <a:spcAft>
                <a:spcPts val="0"/>
              </a:spcAft>
              <a:buClr>
                <a:schemeClr val="lt1"/>
              </a:buClr>
              <a:buSzPts val="900"/>
              <a:buFont typeface="Red Hat Display"/>
              <a:buChar char="●"/>
              <a:defRPr/>
            </a:lvl7pPr>
            <a:lvl8pPr indent="-285750" lvl="7" marL="3657600">
              <a:lnSpc>
                <a:spcPct val="115000"/>
              </a:lnSpc>
              <a:spcBef>
                <a:spcPts val="1000"/>
              </a:spcBef>
              <a:spcAft>
                <a:spcPts val="0"/>
              </a:spcAft>
              <a:buClr>
                <a:schemeClr val="lt1"/>
              </a:buClr>
              <a:buSzPts val="900"/>
              <a:buFont typeface="Red Hat Display"/>
              <a:buChar char="○"/>
              <a:defRPr/>
            </a:lvl8pPr>
            <a:lvl9pPr indent="-285750" lvl="8" marL="4114800">
              <a:lnSpc>
                <a:spcPct val="115000"/>
              </a:lnSpc>
              <a:spcBef>
                <a:spcPts val="1000"/>
              </a:spcBef>
              <a:spcAft>
                <a:spcPts val="1000"/>
              </a:spcAft>
              <a:buClr>
                <a:schemeClr val="lt1"/>
              </a:buClr>
              <a:buSzPts val="900"/>
              <a:buFont typeface="Red Hat Display"/>
              <a:buChar char="■"/>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highlights">
  <p:cSld name="CUSTOM_5_1">
    <p:spTree>
      <p:nvGrpSpPr>
        <p:cNvPr id="426" name="Shape 426"/>
        <p:cNvGrpSpPr/>
        <p:nvPr/>
      </p:nvGrpSpPr>
      <p:grpSpPr>
        <a:xfrm>
          <a:off x="0" y="0"/>
          <a:ext cx="0" cy="0"/>
          <a:chOff x="0" y="0"/>
          <a:chExt cx="0" cy="0"/>
        </a:xfrm>
      </p:grpSpPr>
      <p:sp>
        <p:nvSpPr>
          <p:cNvPr id="427" name="Google Shape;427;p31"/>
          <p:cNvSpPr/>
          <p:nvPr/>
        </p:nvSpPr>
        <p:spPr>
          <a:xfrm>
            <a:off x="225998" y="580123"/>
            <a:ext cx="253800" cy="276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428" name="Google Shape;428;p31"/>
          <p:cNvSpPr txBox="1"/>
          <p:nvPr>
            <p:ph type="title"/>
          </p:nvPr>
        </p:nvSpPr>
        <p:spPr>
          <a:xfrm>
            <a:off x="609600" y="724825"/>
            <a:ext cx="40158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429" name="Google Shape;429;p31"/>
          <p:cNvSpPr txBox="1"/>
          <p:nvPr>
            <p:ph idx="1" type="subTitle"/>
          </p:nvPr>
        </p:nvSpPr>
        <p:spPr>
          <a:xfrm>
            <a:off x="609600" y="457200"/>
            <a:ext cx="4015800" cy="264600"/>
          </a:xfrm>
          <a:prstGeom prst="rect">
            <a:avLst/>
          </a:prstGeom>
        </p:spPr>
        <p:txBody>
          <a:bodyPr anchorCtr="0" anchor="b" bIns="0" lIns="0" spcFirstLastPara="1" rIns="0" wrap="square" tIns="0">
            <a:noAutofit/>
          </a:bodyPr>
          <a:lstStyle>
            <a:lvl1pPr lvl="0">
              <a:spcBef>
                <a:spcPts val="0"/>
              </a:spcBef>
              <a:spcAft>
                <a:spcPts val="0"/>
              </a:spcAft>
              <a:buClr>
                <a:schemeClr val="accent3"/>
              </a:buClr>
              <a:buSzPts val="1000"/>
              <a:buFont typeface="Red Hat Display"/>
              <a:buNone/>
              <a:defRPr sz="1000">
                <a:solidFill>
                  <a:schemeClr val="accent3"/>
                </a:solidFill>
              </a:defRPr>
            </a:lvl1pPr>
            <a:lvl2pPr lvl="1">
              <a:spcBef>
                <a:spcPts val="0"/>
              </a:spcBef>
              <a:spcAft>
                <a:spcPts val="0"/>
              </a:spcAft>
              <a:buClr>
                <a:schemeClr val="accent3"/>
              </a:buClr>
              <a:buSzPts val="1400"/>
              <a:buFont typeface="Red Hat Display"/>
              <a:buNone/>
              <a:defRPr>
                <a:solidFill>
                  <a:schemeClr val="accent3"/>
                </a:solidFill>
              </a:defRPr>
            </a:lvl2pPr>
            <a:lvl3pPr lvl="2">
              <a:spcBef>
                <a:spcPts val="0"/>
              </a:spcBef>
              <a:spcAft>
                <a:spcPts val="0"/>
              </a:spcAft>
              <a:buClr>
                <a:schemeClr val="accent3"/>
              </a:buClr>
              <a:buSzPts val="1400"/>
              <a:buFont typeface="Red Hat Display"/>
              <a:buNone/>
              <a:defRPr>
                <a:solidFill>
                  <a:schemeClr val="accent3"/>
                </a:solidFill>
              </a:defRPr>
            </a:lvl3pPr>
            <a:lvl4pPr lvl="3">
              <a:spcBef>
                <a:spcPts val="0"/>
              </a:spcBef>
              <a:spcAft>
                <a:spcPts val="0"/>
              </a:spcAft>
              <a:buClr>
                <a:schemeClr val="accent3"/>
              </a:buClr>
              <a:buSzPts val="1400"/>
              <a:buFont typeface="Red Hat Display"/>
              <a:buNone/>
              <a:defRPr>
                <a:solidFill>
                  <a:schemeClr val="accent3"/>
                </a:solidFill>
              </a:defRPr>
            </a:lvl4pPr>
            <a:lvl5pPr lvl="4">
              <a:spcBef>
                <a:spcPts val="0"/>
              </a:spcBef>
              <a:spcAft>
                <a:spcPts val="0"/>
              </a:spcAft>
              <a:buClr>
                <a:schemeClr val="accent3"/>
              </a:buClr>
              <a:buSzPts val="1400"/>
              <a:buFont typeface="Red Hat Display"/>
              <a:buNone/>
              <a:defRPr>
                <a:solidFill>
                  <a:schemeClr val="accent3"/>
                </a:solidFill>
              </a:defRPr>
            </a:lvl5pPr>
            <a:lvl6pPr lvl="5">
              <a:spcBef>
                <a:spcPts val="0"/>
              </a:spcBef>
              <a:spcAft>
                <a:spcPts val="0"/>
              </a:spcAft>
              <a:buClr>
                <a:schemeClr val="accent3"/>
              </a:buClr>
              <a:buSzPts val="1400"/>
              <a:buFont typeface="Red Hat Display"/>
              <a:buNone/>
              <a:defRPr>
                <a:solidFill>
                  <a:schemeClr val="accent3"/>
                </a:solidFill>
              </a:defRPr>
            </a:lvl6pPr>
            <a:lvl7pPr lvl="6">
              <a:spcBef>
                <a:spcPts val="0"/>
              </a:spcBef>
              <a:spcAft>
                <a:spcPts val="0"/>
              </a:spcAft>
              <a:buClr>
                <a:schemeClr val="accent3"/>
              </a:buClr>
              <a:buSzPts val="1400"/>
              <a:buFont typeface="Red Hat Display"/>
              <a:buNone/>
              <a:defRPr>
                <a:solidFill>
                  <a:schemeClr val="accent3"/>
                </a:solidFill>
              </a:defRPr>
            </a:lvl7pPr>
            <a:lvl8pPr lvl="7">
              <a:spcBef>
                <a:spcPts val="0"/>
              </a:spcBef>
              <a:spcAft>
                <a:spcPts val="0"/>
              </a:spcAft>
              <a:buClr>
                <a:schemeClr val="accent3"/>
              </a:buClr>
              <a:buSzPts val="1400"/>
              <a:buFont typeface="Red Hat Display"/>
              <a:buNone/>
              <a:defRPr>
                <a:solidFill>
                  <a:schemeClr val="accent3"/>
                </a:solidFill>
              </a:defRPr>
            </a:lvl8pPr>
            <a:lvl9pPr lvl="8">
              <a:spcBef>
                <a:spcPts val="0"/>
              </a:spcBef>
              <a:spcAft>
                <a:spcPts val="0"/>
              </a:spcAft>
              <a:buClr>
                <a:schemeClr val="accent3"/>
              </a:buClr>
              <a:buSzPts val="1400"/>
              <a:buFont typeface="Red Hat Display"/>
              <a:buNone/>
              <a:defRPr>
                <a:solidFill>
                  <a:schemeClr val="accent3"/>
                </a:solidFill>
              </a:defRPr>
            </a:lvl9pPr>
          </a:lstStyle>
          <a:p/>
        </p:txBody>
      </p:sp>
      <p:sp>
        <p:nvSpPr>
          <p:cNvPr id="430" name="Google Shape;430;p31"/>
          <p:cNvSpPr txBox="1"/>
          <p:nvPr>
            <p:ph idx="2" type="subTitle"/>
          </p:nvPr>
        </p:nvSpPr>
        <p:spPr>
          <a:xfrm>
            <a:off x="637000" y="1820550"/>
            <a:ext cx="702300" cy="7761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2200"/>
              <a:buFont typeface="Red Hat Display SemiBold"/>
              <a:buNone/>
              <a:defRPr sz="2200">
                <a:latin typeface="Red Hat Display SemiBold"/>
                <a:ea typeface="Red Hat Display SemiBold"/>
                <a:cs typeface="Red Hat Display SemiBold"/>
                <a:sym typeface="Red Hat Display SemiBold"/>
              </a:defRPr>
            </a:lvl1pPr>
            <a:lvl2pPr lvl="1" algn="ctr">
              <a:spcBef>
                <a:spcPts val="0"/>
              </a:spcBef>
              <a:spcAft>
                <a:spcPts val="0"/>
              </a:spcAft>
              <a:buClr>
                <a:schemeClr val="lt1"/>
              </a:buClr>
              <a:buSzPts val="1400"/>
              <a:buFont typeface="Red Hat Display"/>
              <a:buNone/>
              <a:defRPr/>
            </a:lvl2pPr>
            <a:lvl3pPr lvl="2" algn="ctr">
              <a:spcBef>
                <a:spcPts val="0"/>
              </a:spcBef>
              <a:spcAft>
                <a:spcPts val="0"/>
              </a:spcAft>
              <a:buClr>
                <a:schemeClr val="lt1"/>
              </a:buClr>
              <a:buSzPts val="1400"/>
              <a:buFont typeface="Red Hat Display"/>
              <a:buNone/>
              <a:defRPr/>
            </a:lvl3pPr>
            <a:lvl4pPr lvl="3" algn="ctr">
              <a:spcBef>
                <a:spcPts val="0"/>
              </a:spcBef>
              <a:spcAft>
                <a:spcPts val="0"/>
              </a:spcAft>
              <a:buClr>
                <a:schemeClr val="lt1"/>
              </a:buClr>
              <a:buSzPts val="1400"/>
              <a:buFont typeface="Red Hat Display"/>
              <a:buNone/>
              <a:defRPr/>
            </a:lvl4pPr>
            <a:lvl5pPr lvl="4" algn="ctr">
              <a:spcBef>
                <a:spcPts val="0"/>
              </a:spcBef>
              <a:spcAft>
                <a:spcPts val="0"/>
              </a:spcAft>
              <a:buClr>
                <a:schemeClr val="lt1"/>
              </a:buClr>
              <a:buSzPts val="1400"/>
              <a:buFont typeface="Red Hat Display"/>
              <a:buNone/>
              <a:defRPr/>
            </a:lvl5pPr>
            <a:lvl6pPr lvl="5" algn="ctr">
              <a:spcBef>
                <a:spcPts val="0"/>
              </a:spcBef>
              <a:spcAft>
                <a:spcPts val="0"/>
              </a:spcAft>
              <a:buClr>
                <a:schemeClr val="lt1"/>
              </a:buClr>
              <a:buSzPts val="1400"/>
              <a:buFont typeface="Red Hat Display"/>
              <a:buNone/>
              <a:defRPr/>
            </a:lvl6pPr>
            <a:lvl7pPr lvl="6" algn="ctr">
              <a:spcBef>
                <a:spcPts val="0"/>
              </a:spcBef>
              <a:spcAft>
                <a:spcPts val="0"/>
              </a:spcAft>
              <a:buClr>
                <a:schemeClr val="lt1"/>
              </a:buClr>
              <a:buSzPts val="1400"/>
              <a:buFont typeface="Red Hat Display"/>
              <a:buNone/>
              <a:defRPr/>
            </a:lvl7pPr>
            <a:lvl8pPr lvl="7" algn="ctr">
              <a:spcBef>
                <a:spcPts val="0"/>
              </a:spcBef>
              <a:spcAft>
                <a:spcPts val="0"/>
              </a:spcAft>
              <a:buClr>
                <a:schemeClr val="lt1"/>
              </a:buClr>
              <a:buSzPts val="1400"/>
              <a:buFont typeface="Red Hat Display"/>
              <a:buNone/>
              <a:defRPr/>
            </a:lvl8pPr>
            <a:lvl9pPr lvl="8" algn="ctr">
              <a:spcBef>
                <a:spcPts val="0"/>
              </a:spcBef>
              <a:spcAft>
                <a:spcPts val="0"/>
              </a:spcAft>
              <a:buClr>
                <a:schemeClr val="lt1"/>
              </a:buClr>
              <a:buSzPts val="1400"/>
              <a:buFont typeface="Red Hat Display"/>
              <a:buNone/>
              <a:defRPr/>
            </a:lvl9pPr>
          </a:lstStyle>
          <a:p/>
        </p:txBody>
      </p:sp>
      <p:sp>
        <p:nvSpPr>
          <p:cNvPr id="431" name="Google Shape;431;p31"/>
          <p:cNvSpPr txBox="1"/>
          <p:nvPr>
            <p:ph idx="3" type="subTitle"/>
          </p:nvPr>
        </p:nvSpPr>
        <p:spPr>
          <a:xfrm>
            <a:off x="637000" y="3294325"/>
            <a:ext cx="702300" cy="7761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2200"/>
              <a:buFont typeface="Red Hat Display SemiBold"/>
              <a:buNone/>
              <a:defRPr sz="2200">
                <a:latin typeface="Red Hat Display SemiBold"/>
                <a:ea typeface="Red Hat Display SemiBold"/>
                <a:cs typeface="Red Hat Display SemiBold"/>
                <a:sym typeface="Red Hat Display SemiBold"/>
              </a:defRPr>
            </a:lvl1pPr>
            <a:lvl2pPr lvl="1" algn="ctr">
              <a:spcBef>
                <a:spcPts val="0"/>
              </a:spcBef>
              <a:spcAft>
                <a:spcPts val="0"/>
              </a:spcAft>
              <a:buClr>
                <a:schemeClr val="lt1"/>
              </a:buClr>
              <a:buSzPts val="1400"/>
              <a:buFont typeface="Red Hat Display"/>
              <a:buNone/>
              <a:defRPr/>
            </a:lvl2pPr>
            <a:lvl3pPr lvl="2" algn="ctr">
              <a:spcBef>
                <a:spcPts val="0"/>
              </a:spcBef>
              <a:spcAft>
                <a:spcPts val="0"/>
              </a:spcAft>
              <a:buClr>
                <a:schemeClr val="lt1"/>
              </a:buClr>
              <a:buSzPts val="1400"/>
              <a:buFont typeface="Red Hat Display"/>
              <a:buNone/>
              <a:defRPr/>
            </a:lvl3pPr>
            <a:lvl4pPr lvl="3" algn="ctr">
              <a:spcBef>
                <a:spcPts val="0"/>
              </a:spcBef>
              <a:spcAft>
                <a:spcPts val="0"/>
              </a:spcAft>
              <a:buClr>
                <a:schemeClr val="lt1"/>
              </a:buClr>
              <a:buSzPts val="1400"/>
              <a:buFont typeface="Red Hat Display"/>
              <a:buNone/>
              <a:defRPr/>
            </a:lvl4pPr>
            <a:lvl5pPr lvl="4" algn="ctr">
              <a:spcBef>
                <a:spcPts val="0"/>
              </a:spcBef>
              <a:spcAft>
                <a:spcPts val="0"/>
              </a:spcAft>
              <a:buClr>
                <a:schemeClr val="lt1"/>
              </a:buClr>
              <a:buSzPts val="1400"/>
              <a:buFont typeface="Red Hat Display"/>
              <a:buNone/>
              <a:defRPr/>
            </a:lvl5pPr>
            <a:lvl6pPr lvl="5" algn="ctr">
              <a:spcBef>
                <a:spcPts val="0"/>
              </a:spcBef>
              <a:spcAft>
                <a:spcPts val="0"/>
              </a:spcAft>
              <a:buClr>
                <a:schemeClr val="lt1"/>
              </a:buClr>
              <a:buSzPts val="1400"/>
              <a:buFont typeface="Red Hat Display"/>
              <a:buNone/>
              <a:defRPr/>
            </a:lvl6pPr>
            <a:lvl7pPr lvl="6" algn="ctr">
              <a:spcBef>
                <a:spcPts val="0"/>
              </a:spcBef>
              <a:spcAft>
                <a:spcPts val="0"/>
              </a:spcAft>
              <a:buClr>
                <a:schemeClr val="lt1"/>
              </a:buClr>
              <a:buSzPts val="1400"/>
              <a:buFont typeface="Red Hat Display"/>
              <a:buNone/>
              <a:defRPr/>
            </a:lvl7pPr>
            <a:lvl8pPr lvl="7" algn="ctr">
              <a:spcBef>
                <a:spcPts val="0"/>
              </a:spcBef>
              <a:spcAft>
                <a:spcPts val="0"/>
              </a:spcAft>
              <a:buClr>
                <a:schemeClr val="lt1"/>
              </a:buClr>
              <a:buSzPts val="1400"/>
              <a:buFont typeface="Red Hat Display"/>
              <a:buNone/>
              <a:defRPr/>
            </a:lvl8pPr>
            <a:lvl9pPr lvl="8" algn="ctr">
              <a:spcBef>
                <a:spcPts val="0"/>
              </a:spcBef>
              <a:spcAft>
                <a:spcPts val="0"/>
              </a:spcAft>
              <a:buClr>
                <a:schemeClr val="lt1"/>
              </a:buClr>
              <a:buSzPts val="1400"/>
              <a:buFont typeface="Red Hat Display"/>
              <a:buNone/>
              <a:defRPr/>
            </a:lvl9pPr>
          </a:lstStyle>
          <a:p/>
        </p:txBody>
      </p:sp>
      <p:sp>
        <p:nvSpPr>
          <p:cNvPr id="432" name="Google Shape;432;p31"/>
          <p:cNvSpPr txBox="1"/>
          <p:nvPr>
            <p:ph idx="4" type="subTitle"/>
          </p:nvPr>
        </p:nvSpPr>
        <p:spPr>
          <a:xfrm>
            <a:off x="5028175" y="1820550"/>
            <a:ext cx="702300" cy="776100"/>
          </a:xfrm>
          <a:prstGeom prst="rect">
            <a:avLst/>
          </a:prstGeom>
        </p:spPr>
        <p:txBody>
          <a:bodyPr anchorCtr="0" anchor="ctr" bIns="0" lIns="0" spcFirstLastPara="1" rIns="0" wrap="square" tIns="0">
            <a:noAutofit/>
          </a:bodyPr>
          <a:lstStyle>
            <a:lvl1pPr lvl="0" algn="ctr">
              <a:spcBef>
                <a:spcPts val="0"/>
              </a:spcBef>
              <a:spcAft>
                <a:spcPts val="0"/>
              </a:spcAft>
              <a:buSzPts val="2200"/>
              <a:buFont typeface="Red Hat Display SemiBold"/>
              <a:buNone/>
              <a:defRPr sz="2200">
                <a:latin typeface="Red Hat Display SemiBold"/>
                <a:ea typeface="Red Hat Display SemiBold"/>
                <a:cs typeface="Red Hat Display SemiBold"/>
                <a:sym typeface="Red Hat Display SemiBold"/>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33" name="Google Shape;433;p31"/>
          <p:cNvSpPr txBox="1"/>
          <p:nvPr>
            <p:ph idx="5" type="subTitle"/>
          </p:nvPr>
        </p:nvSpPr>
        <p:spPr>
          <a:xfrm>
            <a:off x="5028175" y="3294325"/>
            <a:ext cx="702300" cy="7761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2200"/>
              <a:buFont typeface="Red Hat Display SemiBold"/>
              <a:buNone/>
              <a:defRPr sz="2200">
                <a:latin typeface="Red Hat Display SemiBold"/>
                <a:ea typeface="Red Hat Display SemiBold"/>
                <a:cs typeface="Red Hat Display SemiBold"/>
                <a:sym typeface="Red Hat Display SemiBold"/>
              </a:defRPr>
            </a:lvl1pPr>
            <a:lvl2pPr lvl="1" algn="ctr">
              <a:spcBef>
                <a:spcPts val="0"/>
              </a:spcBef>
              <a:spcAft>
                <a:spcPts val="0"/>
              </a:spcAft>
              <a:buClr>
                <a:schemeClr val="lt1"/>
              </a:buClr>
              <a:buSzPts val="1400"/>
              <a:buFont typeface="Red Hat Display"/>
              <a:buNone/>
              <a:defRPr/>
            </a:lvl2pPr>
            <a:lvl3pPr lvl="2" algn="ctr">
              <a:spcBef>
                <a:spcPts val="0"/>
              </a:spcBef>
              <a:spcAft>
                <a:spcPts val="0"/>
              </a:spcAft>
              <a:buClr>
                <a:schemeClr val="lt1"/>
              </a:buClr>
              <a:buSzPts val="1400"/>
              <a:buFont typeface="Red Hat Display"/>
              <a:buNone/>
              <a:defRPr/>
            </a:lvl3pPr>
            <a:lvl4pPr lvl="3" algn="ctr">
              <a:spcBef>
                <a:spcPts val="0"/>
              </a:spcBef>
              <a:spcAft>
                <a:spcPts val="0"/>
              </a:spcAft>
              <a:buClr>
                <a:schemeClr val="lt1"/>
              </a:buClr>
              <a:buSzPts val="1400"/>
              <a:buFont typeface="Red Hat Display"/>
              <a:buNone/>
              <a:defRPr/>
            </a:lvl4pPr>
            <a:lvl5pPr lvl="4" algn="ctr">
              <a:spcBef>
                <a:spcPts val="0"/>
              </a:spcBef>
              <a:spcAft>
                <a:spcPts val="0"/>
              </a:spcAft>
              <a:buClr>
                <a:schemeClr val="lt1"/>
              </a:buClr>
              <a:buSzPts val="1400"/>
              <a:buFont typeface="Red Hat Display"/>
              <a:buNone/>
              <a:defRPr/>
            </a:lvl5pPr>
            <a:lvl6pPr lvl="5" algn="ctr">
              <a:spcBef>
                <a:spcPts val="0"/>
              </a:spcBef>
              <a:spcAft>
                <a:spcPts val="0"/>
              </a:spcAft>
              <a:buClr>
                <a:schemeClr val="lt1"/>
              </a:buClr>
              <a:buSzPts val="1400"/>
              <a:buFont typeface="Red Hat Display"/>
              <a:buNone/>
              <a:defRPr/>
            </a:lvl6pPr>
            <a:lvl7pPr lvl="6" algn="ctr">
              <a:spcBef>
                <a:spcPts val="0"/>
              </a:spcBef>
              <a:spcAft>
                <a:spcPts val="0"/>
              </a:spcAft>
              <a:buClr>
                <a:schemeClr val="lt1"/>
              </a:buClr>
              <a:buSzPts val="1400"/>
              <a:buFont typeface="Red Hat Display"/>
              <a:buNone/>
              <a:defRPr/>
            </a:lvl7pPr>
            <a:lvl8pPr lvl="7" algn="ctr">
              <a:spcBef>
                <a:spcPts val="0"/>
              </a:spcBef>
              <a:spcAft>
                <a:spcPts val="0"/>
              </a:spcAft>
              <a:buClr>
                <a:schemeClr val="lt1"/>
              </a:buClr>
              <a:buSzPts val="1400"/>
              <a:buFont typeface="Red Hat Display"/>
              <a:buNone/>
              <a:defRPr/>
            </a:lvl8pPr>
            <a:lvl9pPr lvl="8" algn="ctr">
              <a:spcBef>
                <a:spcPts val="0"/>
              </a:spcBef>
              <a:spcAft>
                <a:spcPts val="0"/>
              </a:spcAft>
              <a:buClr>
                <a:schemeClr val="lt1"/>
              </a:buClr>
              <a:buSzPts val="1400"/>
              <a:buFont typeface="Red Hat Display"/>
              <a:buNone/>
              <a:defRPr/>
            </a:lvl9pPr>
          </a:lstStyle>
          <a:p/>
        </p:txBody>
      </p:sp>
      <p:sp>
        <p:nvSpPr>
          <p:cNvPr id="434" name="Google Shape;434;p31"/>
          <p:cNvSpPr txBox="1"/>
          <p:nvPr>
            <p:ph idx="6" type="subTitle"/>
          </p:nvPr>
        </p:nvSpPr>
        <p:spPr>
          <a:xfrm>
            <a:off x="1546000" y="1807825"/>
            <a:ext cx="2477700" cy="587700"/>
          </a:xfrm>
          <a:prstGeom prst="rect">
            <a:avLst/>
          </a:prstGeom>
        </p:spPr>
        <p:txBody>
          <a:bodyPr anchorCtr="0" anchor="t" bIns="91425" lIns="0" spcFirstLastPara="1" rIns="91425" wrap="square" tIns="0">
            <a:noAutofit/>
          </a:bodyPr>
          <a:lstStyle>
            <a:lvl1pPr lvl="0">
              <a:lnSpc>
                <a:spcPct val="115000"/>
              </a:lnSpc>
              <a:spcBef>
                <a:spcPts val="0"/>
              </a:spcBef>
              <a:spcAft>
                <a:spcPts val="0"/>
              </a:spcAft>
              <a:buClr>
                <a:schemeClr val="lt1"/>
              </a:buClr>
              <a:buSzPts val="1000"/>
              <a:buFont typeface="Red Hat Display"/>
              <a:buNone/>
              <a:defRPr sz="1000"/>
            </a:lvl1pPr>
            <a:lvl2pPr lvl="1">
              <a:lnSpc>
                <a:spcPct val="115000"/>
              </a:lnSpc>
              <a:spcBef>
                <a:spcPts val="0"/>
              </a:spcBef>
              <a:spcAft>
                <a:spcPts val="0"/>
              </a:spcAft>
              <a:buClr>
                <a:schemeClr val="lt1"/>
              </a:buClr>
              <a:buSzPts val="1200"/>
              <a:buFont typeface="Red Hat Display"/>
              <a:buNone/>
              <a:defRPr sz="1200"/>
            </a:lvl2pPr>
            <a:lvl3pPr lvl="2">
              <a:lnSpc>
                <a:spcPct val="115000"/>
              </a:lnSpc>
              <a:spcBef>
                <a:spcPts val="0"/>
              </a:spcBef>
              <a:spcAft>
                <a:spcPts val="0"/>
              </a:spcAft>
              <a:buClr>
                <a:schemeClr val="lt1"/>
              </a:buClr>
              <a:buSzPts val="1200"/>
              <a:buFont typeface="Red Hat Display"/>
              <a:buNone/>
              <a:defRPr sz="1200"/>
            </a:lvl3pPr>
            <a:lvl4pPr lvl="3">
              <a:lnSpc>
                <a:spcPct val="115000"/>
              </a:lnSpc>
              <a:spcBef>
                <a:spcPts val="0"/>
              </a:spcBef>
              <a:spcAft>
                <a:spcPts val="0"/>
              </a:spcAft>
              <a:buClr>
                <a:schemeClr val="lt1"/>
              </a:buClr>
              <a:buSzPts val="1200"/>
              <a:buFont typeface="Red Hat Display"/>
              <a:buNone/>
              <a:defRPr sz="1200"/>
            </a:lvl4pPr>
            <a:lvl5pPr lvl="4">
              <a:lnSpc>
                <a:spcPct val="115000"/>
              </a:lnSpc>
              <a:spcBef>
                <a:spcPts val="0"/>
              </a:spcBef>
              <a:spcAft>
                <a:spcPts val="0"/>
              </a:spcAft>
              <a:buClr>
                <a:schemeClr val="lt1"/>
              </a:buClr>
              <a:buSzPts val="1200"/>
              <a:buFont typeface="Red Hat Display"/>
              <a:buNone/>
              <a:defRPr sz="1200"/>
            </a:lvl5pPr>
            <a:lvl6pPr lvl="5">
              <a:lnSpc>
                <a:spcPct val="115000"/>
              </a:lnSpc>
              <a:spcBef>
                <a:spcPts val="0"/>
              </a:spcBef>
              <a:spcAft>
                <a:spcPts val="0"/>
              </a:spcAft>
              <a:buClr>
                <a:schemeClr val="lt1"/>
              </a:buClr>
              <a:buSzPts val="1200"/>
              <a:buFont typeface="Red Hat Display"/>
              <a:buNone/>
              <a:defRPr sz="1200"/>
            </a:lvl6pPr>
            <a:lvl7pPr lvl="6">
              <a:lnSpc>
                <a:spcPct val="115000"/>
              </a:lnSpc>
              <a:spcBef>
                <a:spcPts val="0"/>
              </a:spcBef>
              <a:spcAft>
                <a:spcPts val="0"/>
              </a:spcAft>
              <a:buClr>
                <a:schemeClr val="lt1"/>
              </a:buClr>
              <a:buSzPts val="1200"/>
              <a:buFont typeface="Red Hat Display"/>
              <a:buNone/>
              <a:defRPr sz="1200"/>
            </a:lvl7pPr>
            <a:lvl8pPr lvl="7">
              <a:lnSpc>
                <a:spcPct val="115000"/>
              </a:lnSpc>
              <a:spcBef>
                <a:spcPts val="0"/>
              </a:spcBef>
              <a:spcAft>
                <a:spcPts val="0"/>
              </a:spcAft>
              <a:buClr>
                <a:schemeClr val="lt1"/>
              </a:buClr>
              <a:buSzPts val="1200"/>
              <a:buFont typeface="Red Hat Display"/>
              <a:buNone/>
              <a:defRPr sz="1200"/>
            </a:lvl8pPr>
            <a:lvl9pPr lvl="8">
              <a:lnSpc>
                <a:spcPct val="115000"/>
              </a:lnSpc>
              <a:spcBef>
                <a:spcPts val="0"/>
              </a:spcBef>
              <a:spcAft>
                <a:spcPts val="0"/>
              </a:spcAft>
              <a:buClr>
                <a:schemeClr val="lt1"/>
              </a:buClr>
              <a:buSzPts val="1200"/>
              <a:buFont typeface="Red Hat Display"/>
              <a:buNone/>
              <a:defRPr sz="1200"/>
            </a:lvl9pPr>
          </a:lstStyle>
          <a:p/>
        </p:txBody>
      </p:sp>
      <p:sp>
        <p:nvSpPr>
          <p:cNvPr id="435" name="Google Shape;435;p31"/>
          <p:cNvSpPr txBox="1"/>
          <p:nvPr>
            <p:ph idx="7" type="subTitle"/>
          </p:nvPr>
        </p:nvSpPr>
        <p:spPr>
          <a:xfrm>
            <a:off x="1546000" y="3288350"/>
            <a:ext cx="2477700" cy="587700"/>
          </a:xfrm>
          <a:prstGeom prst="rect">
            <a:avLst/>
          </a:prstGeom>
        </p:spPr>
        <p:txBody>
          <a:bodyPr anchorCtr="0" anchor="t" bIns="91425" lIns="0" spcFirstLastPara="1" rIns="91425" wrap="square" tIns="0">
            <a:noAutofit/>
          </a:bodyPr>
          <a:lstStyle>
            <a:lvl1pPr lvl="0">
              <a:lnSpc>
                <a:spcPct val="115000"/>
              </a:lnSpc>
              <a:spcBef>
                <a:spcPts val="0"/>
              </a:spcBef>
              <a:spcAft>
                <a:spcPts val="0"/>
              </a:spcAft>
              <a:buClr>
                <a:schemeClr val="lt1"/>
              </a:buClr>
              <a:buSzPts val="1000"/>
              <a:buFont typeface="Red Hat Display"/>
              <a:buNone/>
              <a:defRPr sz="1000"/>
            </a:lvl1pPr>
            <a:lvl2pPr lvl="1">
              <a:lnSpc>
                <a:spcPct val="115000"/>
              </a:lnSpc>
              <a:spcBef>
                <a:spcPts val="0"/>
              </a:spcBef>
              <a:spcAft>
                <a:spcPts val="0"/>
              </a:spcAft>
              <a:buClr>
                <a:schemeClr val="lt1"/>
              </a:buClr>
              <a:buSzPts val="1200"/>
              <a:buFont typeface="Red Hat Display"/>
              <a:buNone/>
              <a:defRPr sz="1200"/>
            </a:lvl2pPr>
            <a:lvl3pPr lvl="2">
              <a:lnSpc>
                <a:spcPct val="115000"/>
              </a:lnSpc>
              <a:spcBef>
                <a:spcPts val="0"/>
              </a:spcBef>
              <a:spcAft>
                <a:spcPts val="0"/>
              </a:spcAft>
              <a:buClr>
                <a:schemeClr val="lt1"/>
              </a:buClr>
              <a:buSzPts val="1200"/>
              <a:buFont typeface="Red Hat Display"/>
              <a:buNone/>
              <a:defRPr sz="1200"/>
            </a:lvl3pPr>
            <a:lvl4pPr lvl="3">
              <a:lnSpc>
                <a:spcPct val="115000"/>
              </a:lnSpc>
              <a:spcBef>
                <a:spcPts val="0"/>
              </a:spcBef>
              <a:spcAft>
                <a:spcPts val="0"/>
              </a:spcAft>
              <a:buClr>
                <a:schemeClr val="lt1"/>
              </a:buClr>
              <a:buSzPts val="1200"/>
              <a:buFont typeface="Red Hat Display"/>
              <a:buNone/>
              <a:defRPr sz="1200"/>
            </a:lvl4pPr>
            <a:lvl5pPr lvl="4">
              <a:lnSpc>
                <a:spcPct val="115000"/>
              </a:lnSpc>
              <a:spcBef>
                <a:spcPts val="0"/>
              </a:spcBef>
              <a:spcAft>
                <a:spcPts val="0"/>
              </a:spcAft>
              <a:buClr>
                <a:schemeClr val="lt1"/>
              </a:buClr>
              <a:buSzPts val="1200"/>
              <a:buFont typeface="Red Hat Display"/>
              <a:buNone/>
              <a:defRPr sz="1200"/>
            </a:lvl5pPr>
            <a:lvl6pPr lvl="5">
              <a:lnSpc>
                <a:spcPct val="115000"/>
              </a:lnSpc>
              <a:spcBef>
                <a:spcPts val="0"/>
              </a:spcBef>
              <a:spcAft>
                <a:spcPts val="0"/>
              </a:spcAft>
              <a:buClr>
                <a:schemeClr val="lt1"/>
              </a:buClr>
              <a:buSzPts val="1200"/>
              <a:buFont typeface="Red Hat Display"/>
              <a:buNone/>
              <a:defRPr sz="1200"/>
            </a:lvl6pPr>
            <a:lvl7pPr lvl="6">
              <a:lnSpc>
                <a:spcPct val="115000"/>
              </a:lnSpc>
              <a:spcBef>
                <a:spcPts val="0"/>
              </a:spcBef>
              <a:spcAft>
                <a:spcPts val="0"/>
              </a:spcAft>
              <a:buClr>
                <a:schemeClr val="lt1"/>
              </a:buClr>
              <a:buSzPts val="1200"/>
              <a:buFont typeface="Red Hat Display"/>
              <a:buNone/>
              <a:defRPr sz="1200"/>
            </a:lvl7pPr>
            <a:lvl8pPr lvl="7">
              <a:lnSpc>
                <a:spcPct val="115000"/>
              </a:lnSpc>
              <a:spcBef>
                <a:spcPts val="0"/>
              </a:spcBef>
              <a:spcAft>
                <a:spcPts val="0"/>
              </a:spcAft>
              <a:buClr>
                <a:schemeClr val="lt1"/>
              </a:buClr>
              <a:buSzPts val="1200"/>
              <a:buFont typeface="Red Hat Display"/>
              <a:buNone/>
              <a:defRPr sz="1200"/>
            </a:lvl8pPr>
            <a:lvl9pPr lvl="8">
              <a:lnSpc>
                <a:spcPct val="115000"/>
              </a:lnSpc>
              <a:spcBef>
                <a:spcPts val="0"/>
              </a:spcBef>
              <a:spcAft>
                <a:spcPts val="0"/>
              </a:spcAft>
              <a:buClr>
                <a:schemeClr val="lt1"/>
              </a:buClr>
              <a:buSzPts val="1200"/>
              <a:buFont typeface="Red Hat Display"/>
              <a:buNone/>
              <a:defRPr sz="1200"/>
            </a:lvl9pPr>
          </a:lstStyle>
          <a:p/>
        </p:txBody>
      </p:sp>
      <p:sp>
        <p:nvSpPr>
          <p:cNvPr id="436" name="Google Shape;436;p31"/>
          <p:cNvSpPr txBox="1"/>
          <p:nvPr>
            <p:ph idx="8" type="subTitle"/>
          </p:nvPr>
        </p:nvSpPr>
        <p:spPr>
          <a:xfrm>
            <a:off x="5937175" y="1807825"/>
            <a:ext cx="2477700" cy="587700"/>
          </a:xfrm>
          <a:prstGeom prst="rect">
            <a:avLst/>
          </a:prstGeom>
        </p:spPr>
        <p:txBody>
          <a:bodyPr anchorCtr="0" anchor="t" bIns="91425" lIns="0" spcFirstLastPara="1" rIns="91425" wrap="square" tIns="0">
            <a:noAutofit/>
          </a:bodyPr>
          <a:lstStyle>
            <a:lvl1pPr lvl="0">
              <a:lnSpc>
                <a:spcPct val="115000"/>
              </a:lnSpc>
              <a:spcBef>
                <a:spcPts val="0"/>
              </a:spcBef>
              <a:spcAft>
                <a:spcPts val="0"/>
              </a:spcAft>
              <a:buClr>
                <a:schemeClr val="lt1"/>
              </a:buClr>
              <a:buSzPts val="1000"/>
              <a:buFont typeface="Red Hat Display"/>
              <a:buNone/>
              <a:defRPr sz="1000"/>
            </a:lvl1pPr>
            <a:lvl2pPr lvl="1">
              <a:lnSpc>
                <a:spcPct val="115000"/>
              </a:lnSpc>
              <a:spcBef>
                <a:spcPts val="0"/>
              </a:spcBef>
              <a:spcAft>
                <a:spcPts val="0"/>
              </a:spcAft>
              <a:buClr>
                <a:schemeClr val="lt1"/>
              </a:buClr>
              <a:buSzPts val="1200"/>
              <a:buFont typeface="Red Hat Display"/>
              <a:buNone/>
              <a:defRPr sz="1200"/>
            </a:lvl2pPr>
            <a:lvl3pPr lvl="2">
              <a:lnSpc>
                <a:spcPct val="115000"/>
              </a:lnSpc>
              <a:spcBef>
                <a:spcPts val="0"/>
              </a:spcBef>
              <a:spcAft>
                <a:spcPts val="0"/>
              </a:spcAft>
              <a:buClr>
                <a:schemeClr val="lt1"/>
              </a:buClr>
              <a:buSzPts val="1200"/>
              <a:buFont typeface="Red Hat Display"/>
              <a:buNone/>
              <a:defRPr sz="1200"/>
            </a:lvl3pPr>
            <a:lvl4pPr lvl="3">
              <a:lnSpc>
                <a:spcPct val="115000"/>
              </a:lnSpc>
              <a:spcBef>
                <a:spcPts val="0"/>
              </a:spcBef>
              <a:spcAft>
                <a:spcPts val="0"/>
              </a:spcAft>
              <a:buClr>
                <a:schemeClr val="lt1"/>
              </a:buClr>
              <a:buSzPts val="1200"/>
              <a:buFont typeface="Red Hat Display"/>
              <a:buNone/>
              <a:defRPr sz="1200"/>
            </a:lvl4pPr>
            <a:lvl5pPr lvl="4">
              <a:lnSpc>
                <a:spcPct val="115000"/>
              </a:lnSpc>
              <a:spcBef>
                <a:spcPts val="0"/>
              </a:spcBef>
              <a:spcAft>
                <a:spcPts val="0"/>
              </a:spcAft>
              <a:buClr>
                <a:schemeClr val="lt1"/>
              </a:buClr>
              <a:buSzPts val="1200"/>
              <a:buFont typeface="Red Hat Display"/>
              <a:buNone/>
              <a:defRPr sz="1200"/>
            </a:lvl5pPr>
            <a:lvl6pPr lvl="5">
              <a:lnSpc>
                <a:spcPct val="115000"/>
              </a:lnSpc>
              <a:spcBef>
                <a:spcPts val="0"/>
              </a:spcBef>
              <a:spcAft>
                <a:spcPts val="0"/>
              </a:spcAft>
              <a:buClr>
                <a:schemeClr val="lt1"/>
              </a:buClr>
              <a:buSzPts val="1200"/>
              <a:buFont typeface="Red Hat Display"/>
              <a:buNone/>
              <a:defRPr sz="1200"/>
            </a:lvl6pPr>
            <a:lvl7pPr lvl="6">
              <a:lnSpc>
                <a:spcPct val="115000"/>
              </a:lnSpc>
              <a:spcBef>
                <a:spcPts val="0"/>
              </a:spcBef>
              <a:spcAft>
                <a:spcPts val="0"/>
              </a:spcAft>
              <a:buClr>
                <a:schemeClr val="lt1"/>
              </a:buClr>
              <a:buSzPts val="1200"/>
              <a:buFont typeface="Red Hat Display"/>
              <a:buNone/>
              <a:defRPr sz="1200"/>
            </a:lvl7pPr>
            <a:lvl8pPr lvl="7">
              <a:lnSpc>
                <a:spcPct val="115000"/>
              </a:lnSpc>
              <a:spcBef>
                <a:spcPts val="0"/>
              </a:spcBef>
              <a:spcAft>
                <a:spcPts val="0"/>
              </a:spcAft>
              <a:buClr>
                <a:schemeClr val="lt1"/>
              </a:buClr>
              <a:buSzPts val="1200"/>
              <a:buFont typeface="Red Hat Display"/>
              <a:buNone/>
              <a:defRPr sz="1200"/>
            </a:lvl8pPr>
            <a:lvl9pPr lvl="8">
              <a:lnSpc>
                <a:spcPct val="115000"/>
              </a:lnSpc>
              <a:spcBef>
                <a:spcPts val="0"/>
              </a:spcBef>
              <a:spcAft>
                <a:spcPts val="0"/>
              </a:spcAft>
              <a:buClr>
                <a:schemeClr val="lt1"/>
              </a:buClr>
              <a:buSzPts val="1200"/>
              <a:buFont typeface="Red Hat Display"/>
              <a:buNone/>
              <a:defRPr sz="1200"/>
            </a:lvl9pPr>
          </a:lstStyle>
          <a:p/>
        </p:txBody>
      </p:sp>
      <p:sp>
        <p:nvSpPr>
          <p:cNvPr id="437" name="Google Shape;437;p31"/>
          <p:cNvSpPr txBox="1"/>
          <p:nvPr>
            <p:ph idx="9" type="subTitle"/>
          </p:nvPr>
        </p:nvSpPr>
        <p:spPr>
          <a:xfrm>
            <a:off x="5937175" y="3288350"/>
            <a:ext cx="2477700" cy="587700"/>
          </a:xfrm>
          <a:prstGeom prst="rect">
            <a:avLst/>
          </a:prstGeom>
        </p:spPr>
        <p:txBody>
          <a:bodyPr anchorCtr="0" anchor="t" bIns="91425" lIns="0" spcFirstLastPara="1" rIns="91425" wrap="square" tIns="0">
            <a:noAutofit/>
          </a:bodyPr>
          <a:lstStyle>
            <a:lvl1pPr lvl="0">
              <a:lnSpc>
                <a:spcPct val="115000"/>
              </a:lnSpc>
              <a:spcBef>
                <a:spcPts val="0"/>
              </a:spcBef>
              <a:spcAft>
                <a:spcPts val="0"/>
              </a:spcAft>
              <a:buClr>
                <a:schemeClr val="lt1"/>
              </a:buClr>
              <a:buSzPts val="1000"/>
              <a:buFont typeface="Red Hat Display"/>
              <a:buNone/>
              <a:defRPr sz="1000"/>
            </a:lvl1pPr>
            <a:lvl2pPr lvl="1">
              <a:lnSpc>
                <a:spcPct val="115000"/>
              </a:lnSpc>
              <a:spcBef>
                <a:spcPts val="0"/>
              </a:spcBef>
              <a:spcAft>
                <a:spcPts val="0"/>
              </a:spcAft>
              <a:buClr>
                <a:schemeClr val="lt1"/>
              </a:buClr>
              <a:buSzPts val="1200"/>
              <a:buFont typeface="Red Hat Display"/>
              <a:buNone/>
              <a:defRPr sz="1200"/>
            </a:lvl2pPr>
            <a:lvl3pPr lvl="2">
              <a:lnSpc>
                <a:spcPct val="115000"/>
              </a:lnSpc>
              <a:spcBef>
                <a:spcPts val="0"/>
              </a:spcBef>
              <a:spcAft>
                <a:spcPts val="0"/>
              </a:spcAft>
              <a:buClr>
                <a:schemeClr val="lt1"/>
              </a:buClr>
              <a:buSzPts val="1200"/>
              <a:buFont typeface="Red Hat Display"/>
              <a:buNone/>
              <a:defRPr sz="1200"/>
            </a:lvl3pPr>
            <a:lvl4pPr lvl="3">
              <a:lnSpc>
                <a:spcPct val="115000"/>
              </a:lnSpc>
              <a:spcBef>
                <a:spcPts val="0"/>
              </a:spcBef>
              <a:spcAft>
                <a:spcPts val="0"/>
              </a:spcAft>
              <a:buClr>
                <a:schemeClr val="lt1"/>
              </a:buClr>
              <a:buSzPts val="1200"/>
              <a:buFont typeface="Red Hat Display"/>
              <a:buNone/>
              <a:defRPr sz="1200"/>
            </a:lvl4pPr>
            <a:lvl5pPr lvl="4">
              <a:lnSpc>
                <a:spcPct val="115000"/>
              </a:lnSpc>
              <a:spcBef>
                <a:spcPts val="0"/>
              </a:spcBef>
              <a:spcAft>
                <a:spcPts val="0"/>
              </a:spcAft>
              <a:buClr>
                <a:schemeClr val="lt1"/>
              </a:buClr>
              <a:buSzPts val="1200"/>
              <a:buFont typeface="Red Hat Display"/>
              <a:buNone/>
              <a:defRPr sz="1200"/>
            </a:lvl5pPr>
            <a:lvl6pPr lvl="5">
              <a:lnSpc>
                <a:spcPct val="115000"/>
              </a:lnSpc>
              <a:spcBef>
                <a:spcPts val="0"/>
              </a:spcBef>
              <a:spcAft>
                <a:spcPts val="0"/>
              </a:spcAft>
              <a:buClr>
                <a:schemeClr val="lt1"/>
              </a:buClr>
              <a:buSzPts val="1200"/>
              <a:buFont typeface="Red Hat Display"/>
              <a:buNone/>
              <a:defRPr sz="1200"/>
            </a:lvl6pPr>
            <a:lvl7pPr lvl="6">
              <a:lnSpc>
                <a:spcPct val="115000"/>
              </a:lnSpc>
              <a:spcBef>
                <a:spcPts val="0"/>
              </a:spcBef>
              <a:spcAft>
                <a:spcPts val="0"/>
              </a:spcAft>
              <a:buClr>
                <a:schemeClr val="lt1"/>
              </a:buClr>
              <a:buSzPts val="1200"/>
              <a:buFont typeface="Red Hat Display"/>
              <a:buNone/>
              <a:defRPr sz="1200"/>
            </a:lvl7pPr>
            <a:lvl8pPr lvl="7">
              <a:lnSpc>
                <a:spcPct val="115000"/>
              </a:lnSpc>
              <a:spcBef>
                <a:spcPts val="0"/>
              </a:spcBef>
              <a:spcAft>
                <a:spcPts val="0"/>
              </a:spcAft>
              <a:buClr>
                <a:schemeClr val="lt1"/>
              </a:buClr>
              <a:buSzPts val="1200"/>
              <a:buFont typeface="Red Hat Display"/>
              <a:buNone/>
              <a:defRPr sz="1200"/>
            </a:lvl8pPr>
            <a:lvl9pPr lvl="8">
              <a:lnSpc>
                <a:spcPct val="115000"/>
              </a:lnSpc>
              <a:spcBef>
                <a:spcPts val="0"/>
              </a:spcBef>
              <a:spcAft>
                <a:spcPts val="0"/>
              </a:spcAft>
              <a:buClr>
                <a:schemeClr val="lt1"/>
              </a:buClr>
              <a:buSzPts val="1200"/>
              <a:buFont typeface="Red Hat Display"/>
              <a:buNone/>
              <a:defRPr sz="12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 Black">
  <p:cSld name="BLANK_1_1_1_1_1_1">
    <p:spTree>
      <p:nvGrpSpPr>
        <p:cNvPr id="438" name="Shape 438"/>
        <p:cNvGrpSpPr/>
        <p:nvPr/>
      </p:nvGrpSpPr>
      <p:grpSpPr>
        <a:xfrm>
          <a:off x="0" y="0"/>
          <a:ext cx="0" cy="0"/>
          <a:chOff x="0" y="0"/>
          <a:chExt cx="0" cy="0"/>
        </a:xfrm>
      </p:grpSpPr>
      <p:cxnSp>
        <p:nvCxnSpPr>
          <p:cNvPr id="439" name="Google Shape;439;p32"/>
          <p:cNvCxnSpPr/>
          <p:nvPr/>
        </p:nvCxnSpPr>
        <p:spPr>
          <a:xfrm>
            <a:off x="3518300" y="712833"/>
            <a:ext cx="5617500" cy="0"/>
          </a:xfrm>
          <a:prstGeom prst="straightConnector1">
            <a:avLst/>
          </a:prstGeom>
          <a:noFill/>
          <a:ln cap="flat" cmpd="sng" w="9525">
            <a:solidFill>
              <a:schemeClr val="accent5"/>
            </a:solidFill>
            <a:prstDash val="solid"/>
            <a:round/>
            <a:headEnd len="med" w="med" type="none"/>
            <a:tailEnd len="med" w="med" type="none"/>
          </a:ln>
        </p:spPr>
      </p:cxnSp>
      <p:cxnSp>
        <p:nvCxnSpPr>
          <p:cNvPr id="440" name="Google Shape;440;p32"/>
          <p:cNvCxnSpPr>
            <a:stCxn id="441" idx="1"/>
            <a:endCxn id="442" idx="3"/>
          </p:cNvCxnSpPr>
          <p:nvPr/>
        </p:nvCxnSpPr>
        <p:spPr>
          <a:xfrm>
            <a:off x="2641916" y="1598375"/>
            <a:ext cx="0" cy="1332300"/>
          </a:xfrm>
          <a:prstGeom prst="straightConnector1">
            <a:avLst/>
          </a:prstGeom>
          <a:noFill/>
          <a:ln cap="flat" cmpd="sng" w="9525">
            <a:solidFill>
              <a:schemeClr val="accent5"/>
            </a:solidFill>
            <a:prstDash val="solid"/>
            <a:round/>
            <a:headEnd len="med" w="med" type="none"/>
            <a:tailEnd len="med" w="med" type="none"/>
          </a:ln>
        </p:spPr>
      </p:cxnSp>
      <p:cxnSp>
        <p:nvCxnSpPr>
          <p:cNvPr id="443" name="Google Shape;443;p32"/>
          <p:cNvCxnSpPr/>
          <p:nvPr/>
        </p:nvCxnSpPr>
        <p:spPr>
          <a:xfrm rot="10800000">
            <a:off x="-19425" y="711675"/>
            <a:ext cx="936600" cy="936600"/>
          </a:xfrm>
          <a:prstGeom prst="straightConnector1">
            <a:avLst/>
          </a:prstGeom>
          <a:noFill/>
          <a:ln cap="flat" cmpd="sng" w="9525">
            <a:solidFill>
              <a:schemeClr val="accent5"/>
            </a:solidFill>
            <a:prstDash val="solid"/>
            <a:round/>
            <a:headEnd len="med" w="med" type="none"/>
            <a:tailEnd len="med" w="med" type="none"/>
          </a:ln>
        </p:spPr>
      </p:cxnSp>
      <p:cxnSp>
        <p:nvCxnSpPr>
          <p:cNvPr id="444" name="Google Shape;444;p32"/>
          <p:cNvCxnSpPr/>
          <p:nvPr/>
        </p:nvCxnSpPr>
        <p:spPr>
          <a:xfrm rot="10800000">
            <a:off x="1464900" y="-8025"/>
            <a:ext cx="958800" cy="958800"/>
          </a:xfrm>
          <a:prstGeom prst="straightConnector1">
            <a:avLst/>
          </a:prstGeom>
          <a:noFill/>
          <a:ln cap="flat" cmpd="sng" w="9525">
            <a:solidFill>
              <a:schemeClr val="accent5"/>
            </a:solidFill>
            <a:prstDash val="solid"/>
            <a:round/>
            <a:headEnd len="med" w="med" type="none"/>
            <a:tailEnd len="med" w="med" type="none"/>
          </a:ln>
        </p:spPr>
      </p:cxnSp>
      <p:sp>
        <p:nvSpPr>
          <p:cNvPr id="441" name="Google Shape;441;p32"/>
          <p:cNvSpPr/>
          <p:nvPr/>
        </p:nvSpPr>
        <p:spPr>
          <a:xfrm flipH="1">
            <a:off x="1761266" y="-614125"/>
            <a:ext cx="1761300" cy="22125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cxnSp>
        <p:nvCxnSpPr>
          <p:cNvPr id="445" name="Google Shape;445;p32"/>
          <p:cNvCxnSpPr/>
          <p:nvPr/>
        </p:nvCxnSpPr>
        <p:spPr>
          <a:xfrm rot="10800000">
            <a:off x="709975" y="3201569"/>
            <a:ext cx="1758300" cy="1758300"/>
          </a:xfrm>
          <a:prstGeom prst="straightConnector1">
            <a:avLst/>
          </a:prstGeom>
          <a:noFill/>
          <a:ln cap="flat" cmpd="sng" w="9525">
            <a:solidFill>
              <a:schemeClr val="accent5"/>
            </a:solidFill>
            <a:prstDash val="solid"/>
            <a:round/>
            <a:headEnd len="med" w="med" type="none"/>
            <a:tailEnd len="med" w="med" type="none"/>
          </a:ln>
        </p:spPr>
      </p:cxnSp>
      <p:sp>
        <p:nvSpPr>
          <p:cNvPr id="442" name="Google Shape;442;p32"/>
          <p:cNvSpPr/>
          <p:nvPr/>
        </p:nvSpPr>
        <p:spPr>
          <a:xfrm>
            <a:off x="1761265" y="2930748"/>
            <a:ext cx="1761300" cy="22125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cxnSp>
        <p:nvCxnSpPr>
          <p:cNvPr id="446" name="Google Shape;446;p32"/>
          <p:cNvCxnSpPr/>
          <p:nvPr/>
        </p:nvCxnSpPr>
        <p:spPr>
          <a:xfrm flipH="1" rot="10800000">
            <a:off x="-23900" y="3541825"/>
            <a:ext cx="1163100" cy="1163100"/>
          </a:xfrm>
          <a:prstGeom prst="straightConnector1">
            <a:avLst/>
          </a:prstGeom>
          <a:noFill/>
          <a:ln cap="flat" cmpd="sng" w="9525">
            <a:solidFill>
              <a:schemeClr val="accent5"/>
            </a:solidFill>
            <a:prstDash val="solid"/>
            <a:round/>
            <a:headEnd len="med" w="med" type="none"/>
            <a:tailEnd len="med" w="med" type="none"/>
          </a:ln>
        </p:spPr>
      </p:cxnSp>
      <p:sp>
        <p:nvSpPr>
          <p:cNvPr id="447" name="Google Shape;447;p32"/>
          <p:cNvSpPr/>
          <p:nvPr/>
        </p:nvSpPr>
        <p:spPr>
          <a:xfrm flipH="1">
            <a:off x="-34" y="1598375"/>
            <a:ext cx="1761300" cy="2212500"/>
          </a:xfrm>
          <a:prstGeom prst="snip2DiagRect">
            <a:avLst>
              <a:gd fmla="val 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48" name="Google Shape;448;p32"/>
          <p:cNvSpPr txBox="1"/>
          <p:nvPr>
            <p:ph idx="1" type="subTitle"/>
          </p:nvPr>
        </p:nvSpPr>
        <p:spPr>
          <a:xfrm>
            <a:off x="3948800" y="2677300"/>
            <a:ext cx="4966500" cy="20064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49" name="Google Shape;449;p32"/>
          <p:cNvSpPr txBox="1"/>
          <p:nvPr>
            <p:ph type="title"/>
          </p:nvPr>
        </p:nvSpPr>
        <p:spPr>
          <a:xfrm>
            <a:off x="3948800" y="1956950"/>
            <a:ext cx="4966500" cy="5877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None/>
              <a:defRPr sz="4000">
                <a:solidFill>
                  <a:schemeClr val="lt1"/>
                </a:solidFill>
              </a:defRPr>
            </a:lvl1pPr>
            <a:lvl2pPr lvl="1">
              <a:lnSpc>
                <a:spcPct val="115000"/>
              </a:lnSpc>
              <a:spcBef>
                <a:spcPts val="0"/>
              </a:spcBef>
              <a:spcAft>
                <a:spcPts val="0"/>
              </a:spcAft>
              <a:buNone/>
              <a:defRPr>
                <a:solidFill>
                  <a:schemeClr val="lt1"/>
                </a:solidFill>
              </a:defRPr>
            </a:lvl2pPr>
            <a:lvl3pPr lvl="2">
              <a:lnSpc>
                <a:spcPct val="115000"/>
              </a:lnSpc>
              <a:spcBef>
                <a:spcPts val="0"/>
              </a:spcBef>
              <a:spcAft>
                <a:spcPts val="0"/>
              </a:spcAft>
              <a:buNone/>
              <a:defRPr>
                <a:solidFill>
                  <a:schemeClr val="lt1"/>
                </a:solidFill>
              </a:defRPr>
            </a:lvl3pPr>
            <a:lvl4pPr lvl="3">
              <a:lnSpc>
                <a:spcPct val="115000"/>
              </a:lnSpc>
              <a:spcBef>
                <a:spcPts val="0"/>
              </a:spcBef>
              <a:spcAft>
                <a:spcPts val="0"/>
              </a:spcAft>
              <a:buNone/>
              <a:defRPr>
                <a:solidFill>
                  <a:schemeClr val="lt1"/>
                </a:solidFill>
              </a:defRPr>
            </a:lvl4pPr>
            <a:lvl5pPr lvl="4">
              <a:lnSpc>
                <a:spcPct val="115000"/>
              </a:lnSpc>
              <a:spcBef>
                <a:spcPts val="0"/>
              </a:spcBef>
              <a:spcAft>
                <a:spcPts val="0"/>
              </a:spcAft>
              <a:buNone/>
              <a:defRPr>
                <a:solidFill>
                  <a:schemeClr val="lt1"/>
                </a:solidFill>
              </a:defRPr>
            </a:lvl5pPr>
            <a:lvl6pPr lvl="5">
              <a:lnSpc>
                <a:spcPct val="115000"/>
              </a:lnSpc>
              <a:spcBef>
                <a:spcPts val="0"/>
              </a:spcBef>
              <a:spcAft>
                <a:spcPts val="0"/>
              </a:spcAft>
              <a:buNone/>
              <a:defRPr>
                <a:solidFill>
                  <a:schemeClr val="lt1"/>
                </a:solidFill>
              </a:defRPr>
            </a:lvl6pPr>
            <a:lvl7pPr lvl="6">
              <a:lnSpc>
                <a:spcPct val="115000"/>
              </a:lnSpc>
              <a:spcBef>
                <a:spcPts val="0"/>
              </a:spcBef>
              <a:spcAft>
                <a:spcPts val="0"/>
              </a:spcAft>
              <a:buNone/>
              <a:defRPr>
                <a:solidFill>
                  <a:schemeClr val="lt1"/>
                </a:solidFill>
              </a:defRPr>
            </a:lvl7pPr>
            <a:lvl8pPr lvl="7">
              <a:lnSpc>
                <a:spcPct val="115000"/>
              </a:lnSpc>
              <a:spcBef>
                <a:spcPts val="0"/>
              </a:spcBef>
              <a:spcAft>
                <a:spcPts val="0"/>
              </a:spcAft>
              <a:buNone/>
              <a:defRPr>
                <a:solidFill>
                  <a:schemeClr val="lt1"/>
                </a:solidFill>
              </a:defRPr>
            </a:lvl8pPr>
            <a:lvl9pPr lvl="8">
              <a:lnSpc>
                <a:spcPct val="115000"/>
              </a:lnSpc>
              <a:spcBef>
                <a:spcPts val="0"/>
              </a:spcBef>
              <a:spcAft>
                <a:spcPts val="0"/>
              </a:spcAft>
              <a:buNone/>
              <a:defRPr>
                <a:solidFill>
                  <a:schemeClr val="lt1"/>
                </a:solidFill>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 Green">
  <p:cSld name="BLANK_1_1_1_1_1_1_2">
    <p:bg>
      <p:bgPr>
        <a:solidFill>
          <a:schemeClr val="accent5"/>
        </a:solidFill>
      </p:bgPr>
    </p:bg>
    <p:spTree>
      <p:nvGrpSpPr>
        <p:cNvPr id="450" name="Shape 450"/>
        <p:cNvGrpSpPr/>
        <p:nvPr/>
      </p:nvGrpSpPr>
      <p:grpSpPr>
        <a:xfrm>
          <a:off x="0" y="0"/>
          <a:ext cx="0" cy="0"/>
          <a:chOff x="0" y="0"/>
          <a:chExt cx="0" cy="0"/>
        </a:xfrm>
      </p:grpSpPr>
      <p:cxnSp>
        <p:nvCxnSpPr>
          <p:cNvPr id="451" name="Google Shape;451;p33"/>
          <p:cNvCxnSpPr/>
          <p:nvPr/>
        </p:nvCxnSpPr>
        <p:spPr>
          <a:xfrm>
            <a:off x="3518300" y="712833"/>
            <a:ext cx="5617500" cy="0"/>
          </a:xfrm>
          <a:prstGeom prst="straightConnector1">
            <a:avLst/>
          </a:prstGeom>
          <a:noFill/>
          <a:ln cap="flat" cmpd="sng" w="9525">
            <a:solidFill>
              <a:schemeClr val="accent4"/>
            </a:solidFill>
            <a:prstDash val="solid"/>
            <a:round/>
            <a:headEnd len="med" w="med" type="none"/>
            <a:tailEnd len="med" w="med" type="none"/>
          </a:ln>
        </p:spPr>
      </p:cxnSp>
      <p:cxnSp>
        <p:nvCxnSpPr>
          <p:cNvPr id="452" name="Google Shape;452;p33"/>
          <p:cNvCxnSpPr>
            <a:stCxn id="453" idx="1"/>
            <a:endCxn id="454" idx="3"/>
          </p:cNvCxnSpPr>
          <p:nvPr/>
        </p:nvCxnSpPr>
        <p:spPr>
          <a:xfrm>
            <a:off x="2641916" y="1598375"/>
            <a:ext cx="0" cy="1332300"/>
          </a:xfrm>
          <a:prstGeom prst="straightConnector1">
            <a:avLst/>
          </a:prstGeom>
          <a:noFill/>
          <a:ln cap="flat" cmpd="sng" w="9525">
            <a:solidFill>
              <a:schemeClr val="accent4"/>
            </a:solidFill>
            <a:prstDash val="solid"/>
            <a:round/>
            <a:headEnd len="med" w="med" type="none"/>
            <a:tailEnd len="med" w="med" type="none"/>
          </a:ln>
        </p:spPr>
      </p:cxnSp>
      <p:cxnSp>
        <p:nvCxnSpPr>
          <p:cNvPr id="455" name="Google Shape;455;p33"/>
          <p:cNvCxnSpPr/>
          <p:nvPr/>
        </p:nvCxnSpPr>
        <p:spPr>
          <a:xfrm rot="10800000">
            <a:off x="-19425" y="711675"/>
            <a:ext cx="936600" cy="936600"/>
          </a:xfrm>
          <a:prstGeom prst="straightConnector1">
            <a:avLst/>
          </a:prstGeom>
          <a:noFill/>
          <a:ln cap="flat" cmpd="sng" w="9525">
            <a:solidFill>
              <a:schemeClr val="accent4"/>
            </a:solidFill>
            <a:prstDash val="solid"/>
            <a:round/>
            <a:headEnd len="med" w="med" type="none"/>
            <a:tailEnd len="med" w="med" type="none"/>
          </a:ln>
        </p:spPr>
      </p:cxnSp>
      <p:cxnSp>
        <p:nvCxnSpPr>
          <p:cNvPr id="456" name="Google Shape;456;p33"/>
          <p:cNvCxnSpPr/>
          <p:nvPr/>
        </p:nvCxnSpPr>
        <p:spPr>
          <a:xfrm rot="10800000">
            <a:off x="1464900" y="-8025"/>
            <a:ext cx="958800" cy="958800"/>
          </a:xfrm>
          <a:prstGeom prst="straightConnector1">
            <a:avLst/>
          </a:prstGeom>
          <a:noFill/>
          <a:ln cap="flat" cmpd="sng" w="9525">
            <a:solidFill>
              <a:schemeClr val="accent4"/>
            </a:solidFill>
            <a:prstDash val="solid"/>
            <a:round/>
            <a:headEnd len="med" w="med" type="none"/>
            <a:tailEnd len="med" w="med" type="none"/>
          </a:ln>
        </p:spPr>
      </p:cxnSp>
      <p:sp>
        <p:nvSpPr>
          <p:cNvPr id="453" name="Google Shape;453;p33"/>
          <p:cNvSpPr/>
          <p:nvPr/>
        </p:nvSpPr>
        <p:spPr>
          <a:xfrm flipH="1">
            <a:off x="1761266" y="-614125"/>
            <a:ext cx="1761300" cy="22125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cxnSp>
        <p:nvCxnSpPr>
          <p:cNvPr id="457" name="Google Shape;457;p33"/>
          <p:cNvCxnSpPr/>
          <p:nvPr/>
        </p:nvCxnSpPr>
        <p:spPr>
          <a:xfrm rot="10800000">
            <a:off x="709975" y="3201569"/>
            <a:ext cx="1758300" cy="1758300"/>
          </a:xfrm>
          <a:prstGeom prst="straightConnector1">
            <a:avLst/>
          </a:prstGeom>
          <a:noFill/>
          <a:ln cap="flat" cmpd="sng" w="9525">
            <a:solidFill>
              <a:schemeClr val="accent4"/>
            </a:solidFill>
            <a:prstDash val="solid"/>
            <a:round/>
            <a:headEnd len="med" w="med" type="none"/>
            <a:tailEnd len="med" w="med" type="none"/>
          </a:ln>
        </p:spPr>
      </p:cxnSp>
      <p:sp>
        <p:nvSpPr>
          <p:cNvPr id="454" name="Google Shape;454;p33"/>
          <p:cNvSpPr/>
          <p:nvPr/>
        </p:nvSpPr>
        <p:spPr>
          <a:xfrm>
            <a:off x="1761265" y="2930748"/>
            <a:ext cx="1761300" cy="22125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cxnSp>
        <p:nvCxnSpPr>
          <p:cNvPr id="458" name="Google Shape;458;p33"/>
          <p:cNvCxnSpPr/>
          <p:nvPr/>
        </p:nvCxnSpPr>
        <p:spPr>
          <a:xfrm flipH="1" rot="10800000">
            <a:off x="-23900" y="3541825"/>
            <a:ext cx="1163100" cy="1163100"/>
          </a:xfrm>
          <a:prstGeom prst="straightConnector1">
            <a:avLst/>
          </a:prstGeom>
          <a:noFill/>
          <a:ln cap="flat" cmpd="sng" w="9525">
            <a:solidFill>
              <a:schemeClr val="accent4"/>
            </a:solidFill>
            <a:prstDash val="solid"/>
            <a:round/>
            <a:headEnd len="med" w="med" type="none"/>
            <a:tailEnd len="med" w="med" type="none"/>
          </a:ln>
        </p:spPr>
      </p:cxnSp>
      <p:sp>
        <p:nvSpPr>
          <p:cNvPr id="459" name="Google Shape;459;p33"/>
          <p:cNvSpPr/>
          <p:nvPr/>
        </p:nvSpPr>
        <p:spPr>
          <a:xfrm flipH="1">
            <a:off x="-34" y="1598375"/>
            <a:ext cx="1761300" cy="2212500"/>
          </a:xfrm>
          <a:prstGeom prst="snip2DiagRect">
            <a:avLst>
              <a:gd fmla="val 0" name="adj1"/>
              <a:gd fmla="val 5000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60" name="Google Shape;460;p33"/>
          <p:cNvSpPr txBox="1"/>
          <p:nvPr>
            <p:ph idx="1" type="subTitle"/>
          </p:nvPr>
        </p:nvSpPr>
        <p:spPr>
          <a:xfrm>
            <a:off x="3948800" y="2677301"/>
            <a:ext cx="4941000" cy="19299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61" name="Google Shape;461;p33"/>
          <p:cNvSpPr txBox="1"/>
          <p:nvPr>
            <p:ph type="title"/>
          </p:nvPr>
        </p:nvSpPr>
        <p:spPr>
          <a:xfrm>
            <a:off x="3948800" y="1956950"/>
            <a:ext cx="4966500" cy="587700"/>
          </a:xfrm>
          <a:prstGeom prst="rect">
            <a:avLst/>
          </a:prstGeom>
        </p:spPr>
        <p:txBody>
          <a:bodyPr anchorCtr="0" anchor="b" bIns="0" lIns="0" spcFirstLastPara="1" rIns="91425" wrap="square" tIns="91425">
            <a:noAutofit/>
          </a:bodyPr>
          <a:lstStyle>
            <a:lvl1pPr lvl="0">
              <a:spcBef>
                <a:spcPts val="0"/>
              </a:spcBef>
              <a:spcAft>
                <a:spcPts val="0"/>
              </a:spcAft>
              <a:buNone/>
              <a:defRPr sz="4000">
                <a:solidFill>
                  <a:schemeClr val="lt1"/>
                </a:solidFill>
              </a:defRPr>
            </a:lvl1pPr>
            <a:lvl2pPr lvl="1">
              <a:lnSpc>
                <a:spcPct val="115000"/>
              </a:lnSpc>
              <a:spcBef>
                <a:spcPts val="0"/>
              </a:spcBef>
              <a:spcAft>
                <a:spcPts val="0"/>
              </a:spcAft>
              <a:buNone/>
              <a:defRPr>
                <a:solidFill>
                  <a:schemeClr val="lt1"/>
                </a:solidFill>
              </a:defRPr>
            </a:lvl2pPr>
            <a:lvl3pPr lvl="2">
              <a:lnSpc>
                <a:spcPct val="115000"/>
              </a:lnSpc>
              <a:spcBef>
                <a:spcPts val="0"/>
              </a:spcBef>
              <a:spcAft>
                <a:spcPts val="0"/>
              </a:spcAft>
              <a:buNone/>
              <a:defRPr>
                <a:solidFill>
                  <a:schemeClr val="lt1"/>
                </a:solidFill>
              </a:defRPr>
            </a:lvl3pPr>
            <a:lvl4pPr lvl="3">
              <a:lnSpc>
                <a:spcPct val="115000"/>
              </a:lnSpc>
              <a:spcBef>
                <a:spcPts val="0"/>
              </a:spcBef>
              <a:spcAft>
                <a:spcPts val="0"/>
              </a:spcAft>
              <a:buNone/>
              <a:defRPr>
                <a:solidFill>
                  <a:schemeClr val="lt1"/>
                </a:solidFill>
              </a:defRPr>
            </a:lvl4pPr>
            <a:lvl5pPr lvl="4">
              <a:lnSpc>
                <a:spcPct val="115000"/>
              </a:lnSpc>
              <a:spcBef>
                <a:spcPts val="0"/>
              </a:spcBef>
              <a:spcAft>
                <a:spcPts val="0"/>
              </a:spcAft>
              <a:buNone/>
              <a:defRPr>
                <a:solidFill>
                  <a:schemeClr val="lt1"/>
                </a:solidFill>
              </a:defRPr>
            </a:lvl5pPr>
            <a:lvl6pPr lvl="5">
              <a:lnSpc>
                <a:spcPct val="115000"/>
              </a:lnSpc>
              <a:spcBef>
                <a:spcPts val="0"/>
              </a:spcBef>
              <a:spcAft>
                <a:spcPts val="0"/>
              </a:spcAft>
              <a:buNone/>
              <a:defRPr>
                <a:solidFill>
                  <a:schemeClr val="lt1"/>
                </a:solidFill>
              </a:defRPr>
            </a:lvl6pPr>
            <a:lvl7pPr lvl="6">
              <a:lnSpc>
                <a:spcPct val="115000"/>
              </a:lnSpc>
              <a:spcBef>
                <a:spcPts val="0"/>
              </a:spcBef>
              <a:spcAft>
                <a:spcPts val="0"/>
              </a:spcAft>
              <a:buNone/>
              <a:defRPr>
                <a:solidFill>
                  <a:schemeClr val="lt1"/>
                </a:solidFill>
              </a:defRPr>
            </a:lvl7pPr>
            <a:lvl8pPr lvl="7">
              <a:lnSpc>
                <a:spcPct val="115000"/>
              </a:lnSpc>
              <a:spcBef>
                <a:spcPts val="0"/>
              </a:spcBef>
              <a:spcAft>
                <a:spcPts val="0"/>
              </a:spcAft>
              <a:buNone/>
              <a:defRPr>
                <a:solidFill>
                  <a:schemeClr val="lt1"/>
                </a:solidFill>
              </a:defRPr>
            </a:lvl8pPr>
            <a:lvl9pPr lvl="8">
              <a:lnSpc>
                <a:spcPct val="115000"/>
              </a:lnSpc>
              <a:spcBef>
                <a:spcPts val="0"/>
              </a:spcBef>
              <a:spcAft>
                <a:spcPts val="0"/>
              </a:spcAft>
              <a:buNone/>
              <a:defRPr>
                <a:solidFill>
                  <a:schemeClr val="lt1"/>
                </a:solidFill>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w/ description">
  <p:cSld name="BLANK_1_1_1_1_1_1_1_1_1_1_1">
    <p:spTree>
      <p:nvGrpSpPr>
        <p:cNvPr id="462" name="Shape 462"/>
        <p:cNvGrpSpPr/>
        <p:nvPr/>
      </p:nvGrpSpPr>
      <p:grpSpPr>
        <a:xfrm>
          <a:off x="0" y="0"/>
          <a:ext cx="0" cy="0"/>
          <a:chOff x="0" y="0"/>
          <a:chExt cx="0" cy="0"/>
        </a:xfrm>
      </p:grpSpPr>
      <p:sp>
        <p:nvSpPr>
          <p:cNvPr id="463" name="Google Shape;463;p34"/>
          <p:cNvSpPr txBox="1"/>
          <p:nvPr>
            <p:ph idx="1" type="subTitle"/>
          </p:nvPr>
        </p:nvSpPr>
        <p:spPr>
          <a:xfrm>
            <a:off x="4782025" y="1731500"/>
            <a:ext cx="19269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64" name="Google Shape;464;p34"/>
          <p:cNvSpPr txBox="1"/>
          <p:nvPr>
            <p:ph type="title"/>
          </p:nvPr>
        </p:nvSpPr>
        <p:spPr>
          <a:xfrm>
            <a:off x="1392601" y="836575"/>
            <a:ext cx="32052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4000">
                <a:solidFill>
                  <a:schemeClr val="lt1"/>
                </a:solidFill>
              </a:defRPr>
            </a:lvl1pPr>
            <a:lvl2pPr lvl="1">
              <a:lnSpc>
                <a:spcPct val="115000"/>
              </a:lnSpc>
              <a:spcBef>
                <a:spcPts val="0"/>
              </a:spcBef>
              <a:spcAft>
                <a:spcPts val="0"/>
              </a:spcAft>
              <a:buNone/>
              <a:defRPr sz="4000">
                <a:solidFill>
                  <a:schemeClr val="lt1"/>
                </a:solidFill>
              </a:defRPr>
            </a:lvl2pPr>
            <a:lvl3pPr lvl="2">
              <a:lnSpc>
                <a:spcPct val="115000"/>
              </a:lnSpc>
              <a:spcBef>
                <a:spcPts val="0"/>
              </a:spcBef>
              <a:spcAft>
                <a:spcPts val="0"/>
              </a:spcAft>
              <a:buNone/>
              <a:defRPr sz="4000">
                <a:solidFill>
                  <a:schemeClr val="lt1"/>
                </a:solidFill>
              </a:defRPr>
            </a:lvl3pPr>
            <a:lvl4pPr lvl="3">
              <a:lnSpc>
                <a:spcPct val="115000"/>
              </a:lnSpc>
              <a:spcBef>
                <a:spcPts val="0"/>
              </a:spcBef>
              <a:spcAft>
                <a:spcPts val="0"/>
              </a:spcAft>
              <a:buNone/>
              <a:defRPr sz="4000">
                <a:solidFill>
                  <a:schemeClr val="lt1"/>
                </a:solidFill>
              </a:defRPr>
            </a:lvl4pPr>
            <a:lvl5pPr lvl="4">
              <a:lnSpc>
                <a:spcPct val="115000"/>
              </a:lnSpc>
              <a:spcBef>
                <a:spcPts val="0"/>
              </a:spcBef>
              <a:spcAft>
                <a:spcPts val="0"/>
              </a:spcAft>
              <a:buNone/>
              <a:defRPr sz="4000">
                <a:solidFill>
                  <a:schemeClr val="lt1"/>
                </a:solidFill>
              </a:defRPr>
            </a:lvl5pPr>
            <a:lvl6pPr lvl="5">
              <a:lnSpc>
                <a:spcPct val="115000"/>
              </a:lnSpc>
              <a:spcBef>
                <a:spcPts val="0"/>
              </a:spcBef>
              <a:spcAft>
                <a:spcPts val="0"/>
              </a:spcAft>
              <a:buNone/>
              <a:defRPr sz="4000">
                <a:solidFill>
                  <a:schemeClr val="lt1"/>
                </a:solidFill>
              </a:defRPr>
            </a:lvl6pPr>
            <a:lvl7pPr lvl="6">
              <a:lnSpc>
                <a:spcPct val="115000"/>
              </a:lnSpc>
              <a:spcBef>
                <a:spcPts val="0"/>
              </a:spcBef>
              <a:spcAft>
                <a:spcPts val="0"/>
              </a:spcAft>
              <a:buNone/>
              <a:defRPr sz="4000">
                <a:solidFill>
                  <a:schemeClr val="lt1"/>
                </a:solidFill>
              </a:defRPr>
            </a:lvl7pPr>
            <a:lvl8pPr lvl="7">
              <a:lnSpc>
                <a:spcPct val="115000"/>
              </a:lnSpc>
              <a:spcBef>
                <a:spcPts val="0"/>
              </a:spcBef>
              <a:spcAft>
                <a:spcPts val="0"/>
              </a:spcAft>
              <a:buNone/>
              <a:defRPr sz="4000">
                <a:solidFill>
                  <a:schemeClr val="lt1"/>
                </a:solidFill>
              </a:defRPr>
            </a:lvl8pPr>
            <a:lvl9pPr lvl="8">
              <a:lnSpc>
                <a:spcPct val="115000"/>
              </a:lnSpc>
              <a:spcBef>
                <a:spcPts val="0"/>
              </a:spcBef>
              <a:spcAft>
                <a:spcPts val="0"/>
              </a:spcAft>
              <a:buNone/>
              <a:defRPr sz="4000">
                <a:solidFill>
                  <a:schemeClr val="lt1"/>
                </a:solidFill>
              </a:defRPr>
            </a:lvl9pPr>
          </a:lstStyle>
          <a:p/>
        </p:txBody>
      </p:sp>
      <p:sp>
        <p:nvSpPr>
          <p:cNvPr id="465" name="Google Shape;465;p34"/>
          <p:cNvSpPr/>
          <p:nvPr/>
        </p:nvSpPr>
        <p:spPr>
          <a:xfrm>
            <a:off x="1" y="1262825"/>
            <a:ext cx="1187700" cy="12936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66" name="Google Shape;466;p34"/>
          <p:cNvSpPr/>
          <p:nvPr/>
        </p:nvSpPr>
        <p:spPr>
          <a:xfrm>
            <a:off x="1" y="2556277"/>
            <a:ext cx="1187700" cy="12936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67" name="Google Shape;467;p34"/>
          <p:cNvSpPr/>
          <p:nvPr/>
        </p:nvSpPr>
        <p:spPr>
          <a:xfrm>
            <a:off x="1" y="3849830"/>
            <a:ext cx="1187700" cy="12936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68" name="Google Shape;468;p34"/>
          <p:cNvSpPr/>
          <p:nvPr/>
        </p:nvSpPr>
        <p:spPr>
          <a:xfrm>
            <a:off x="0" y="0"/>
            <a:ext cx="1187700" cy="12627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69" name="Google Shape;469;p34"/>
          <p:cNvSpPr txBox="1"/>
          <p:nvPr>
            <p:ph idx="2" type="subTitle"/>
          </p:nvPr>
        </p:nvSpPr>
        <p:spPr>
          <a:xfrm>
            <a:off x="4944882" y="1875150"/>
            <a:ext cx="1584900" cy="301500"/>
          </a:xfrm>
          <a:prstGeom prst="rect">
            <a:avLst/>
          </a:prstGeom>
        </p:spPr>
        <p:txBody>
          <a:bodyPr anchorCtr="0" anchor="t" bIns="91425" lIns="0" spcFirstLastPara="1" rIns="91425" wrap="square" tIns="91425">
            <a:noAutofit/>
          </a:bodyPr>
          <a:lstStyle>
            <a:lvl1pPr lvl="0">
              <a:spcBef>
                <a:spcPts val="0"/>
              </a:spcBef>
              <a:spcAft>
                <a:spcPts val="0"/>
              </a:spcAft>
              <a:buClr>
                <a:schemeClr val="dk2"/>
              </a:buClr>
              <a:buSzPts val="1200"/>
              <a:buFont typeface="Red Hat Display"/>
              <a:buNone/>
              <a:defRPr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470" name="Google Shape;470;p34"/>
          <p:cNvSpPr txBox="1"/>
          <p:nvPr>
            <p:ph idx="3" type="subTitle"/>
          </p:nvPr>
        </p:nvSpPr>
        <p:spPr>
          <a:xfrm>
            <a:off x="4782025" y="2682477"/>
            <a:ext cx="1926900" cy="3015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71" name="Google Shape;471;p34"/>
          <p:cNvSpPr txBox="1"/>
          <p:nvPr>
            <p:ph idx="4" type="subTitle"/>
          </p:nvPr>
        </p:nvSpPr>
        <p:spPr>
          <a:xfrm>
            <a:off x="4944882" y="2826125"/>
            <a:ext cx="1584900" cy="301500"/>
          </a:xfrm>
          <a:prstGeom prst="rect">
            <a:avLst/>
          </a:prstGeom>
        </p:spPr>
        <p:txBody>
          <a:bodyPr anchorCtr="0" anchor="t" bIns="91425" lIns="0" spcFirstLastPara="1" rIns="91425" wrap="square" tIns="91425">
            <a:noAutofit/>
          </a:bodyPr>
          <a:lstStyle>
            <a:lvl1pPr lvl="0">
              <a:spcBef>
                <a:spcPts val="0"/>
              </a:spcBef>
              <a:spcAft>
                <a:spcPts val="0"/>
              </a:spcAft>
              <a:buClr>
                <a:schemeClr val="dk2"/>
              </a:buClr>
              <a:buSzPts val="1200"/>
              <a:buFont typeface="Red Hat Display"/>
              <a:buNone/>
              <a:defRPr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472" name="Google Shape;472;p34"/>
          <p:cNvSpPr txBox="1"/>
          <p:nvPr>
            <p:ph idx="5" type="subTitle"/>
          </p:nvPr>
        </p:nvSpPr>
        <p:spPr>
          <a:xfrm>
            <a:off x="4782025" y="3628000"/>
            <a:ext cx="19269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73" name="Google Shape;473;p34"/>
          <p:cNvSpPr txBox="1"/>
          <p:nvPr>
            <p:ph idx="6" type="subTitle"/>
          </p:nvPr>
        </p:nvSpPr>
        <p:spPr>
          <a:xfrm>
            <a:off x="4944882" y="3771650"/>
            <a:ext cx="1584900" cy="301500"/>
          </a:xfrm>
          <a:prstGeom prst="rect">
            <a:avLst/>
          </a:prstGeom>
        </p:spPr>
        <p:txBody>
          <a:bodyPr anchorCtr="0" anchor="t" bIns="91425" lIns="0" spcFirstLastPara="1" rIns="91425" wrap="square" tIns="91425">
            <a:noAutofit/>
          </a:bodyPr>
          <a:lstStyle>
            <a:lvl1pPr lvl="0">
              <a:spcBef>
                <a:spcPts val="0"/>
              </a:spcBef>
              <a:spcAft>
                <a:spcPts val="0"/>
              </a:spcAft>
              <a:buClr>
                <a:schemeClr val="dk2"/>
              </a:buClr>
              <a:buSzPts val="1200"/>
              <a:buFont typeface="Red Hat Display"/>
              <a:buNone/>
              <a:defRPr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474" name="Google Shape;474;p34"/>
          <p:cNvSpPr txBox="1"/>
          <p:nvPr>
            <p:ph idx="7" type="subTitle"/>
          </p:nvPr>
        </p:nvSpPr>
        <p:spPr>
          <a:xfrm>
            <a:off x="7123375" y="1731500"/>
            <a:ext cx="17478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75" name="Google Shape;475;p34"/>
          <p:cNvSpPr txBox="1"/>
          <p:nvPr>
            <p:ph idx="8" type="subTitle"/>
          </p:nvPr>
        </p:nvSpPr>
        <p:spPr>
          <a:xfrm>
            <a:off x="7278029" y="1875150"/>
            <a:ext cx="1637400" cy="301500"/>
          </a:xfrm>
          <a:prstGeom prst="rect">
            <a:avLst/>
          </a:prstGeom>
        </p:spPr>
        <p:txBody>
          <a:bodyPr anchorCtr="0" anchor="t" bIns="91425" lIns="0" spcFirstLastPara="1" rIns="91425" wrap="square" tIns="91425">
            <a:noAutofit/>
          </a:bodyPr>
          <a:lstStyle>
            <a:lvl1pPr lvl="0">
              <a:spcBef>
                <a:spcPts val="0"/>
              </a:spcBef>
              <a:spcAft>
                <a:spcPts val="0"/>
              </a:spcAft>
              <a:buClr>
                <a:schemeClr val="dk2"/>
              </a:buClr>
              <a:buSzPts val="1200"/>
              <a:buFont typeface="Red Hat Display"/>
              <a:buNone/>
              <a:defRPr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476" name="Google Shape;476;p34"/>
          <p:cNvSpPr txBox="1"/>
          <p:nvPr>
            <p:ph idx="9" type="subTitle"/>
          </p:nvPr>
        </p:nvSpPr>
        <p:spPr>
          <a:xfrm>
            <a:off x="7123375" y="2682477"/>
            <a:ext cx="17478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77" name="Google Shape;477;p34"/>
          <p:cNvSpPr txBox="1"/>
          <p:nvPr>
            <p:ph idx="13" type="subTitle"/>
          </p:nvPr>
        </p:nvSpPr>
        <p:spPr>
          <a:xfrm>
            <a:off x="7278029" y="2826127"/>
            <a:ext cx="1637400" cy="301500"/>
          </a:xfrm>
          <a:prstGeom prst="rect">
            <a:avLst/>
          </a:prstGeom>
        </p:spPr>
        <p:txBody>
          <a:bodyPr anchorCtr="0" anchor="t" bIns="91425" lIns="0" spcFirstLastPara="1" rIns="91425" wrap="square" tIns="91425">
            <a:noAutofit/>
          </a:bodyPr>
          <a:lstStyle>
            <a:lvl1pPr lvl="0">
              <a:spcBef>
                <a:spcPts val="0"/>
              </a:spcBef>
              <a:spcAft>
                <a:spcPts val="0"/>
              </a:spcAft>
              <a:buClr>
                <a:schemeClr val="dk2"/>
              </a:buClr>
              <a:buSzPts val="1200"/>
              <a:buFont typeface="Red Hat Display"/>
              <a:buNone/>
              <a:defRPr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478" name="Google Shape;478;p34"/>
          <p:cNvSpPr txBox="1"/>
          <p:nvPr>
            <p:ph idx="14" type="subTitle"/>
          </p:nvPr>
        </p:nvSpPr>
        <p:spPr>
          <a:xfrm>
            <a:off x="7123375" y="3628000"/>
            <a:ext cx="17478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79" name="Google Shape;479;p34"/>
          <p:cNvSpPr txBox="1"/>
          <p:nvPr>
            <p:ph idx="15" type="subTitle"/>
          </p:nvPr>
        </p:nvSpPr>
        <p:spPr>
          <a:xfrm>
            <a:off x="7278029" y="3771650"/>
            <a:ext cx="1637400" cy="301500"/>
          </a:xfrm>
          <a:prstGeom prst="rect">
            <a:avLst/>
          </a:prstGeom>
        </p:spPr>
        <p:txBody>
          <a:bodyPr anchorCtr="0" anchor="t" bIns="91425" lIns="0" spcFirstLastPara="1" rIns="91425" wrap="square" tIns="91425">
            <a:noAutofit/>
          </a:bodyPr>
          <a:lstStyle>
            <a:lvl1pPr lvl="0">
              <a:spcBef>
                <a:spcPts val="0"/>
              </a:spcBef>
              <a:spcAft>
                <a:spcPts val="0"/>
              </a:spcAft>
              <a:buClr>
                <a:schemeClr val="dk2"/>
              </a:buClr>
              <a:buSzPts val="1200"/>
              <a:buFont typeface="Red Hat Display"/>
              <a:buNone/>
              <a:defRPr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BLANK_1_1_1_1_1_1_1_1_1_1_1_2">
    <p:spTree>
      <p:nvGrpSpPr>
        <p:cNvPr id="480" name="Shape 480"/>
        <p:cNvGrpSpPr/>
        <p:nvPr/>
      </p:nvGrpSpPr>
      <p:grpSpPr>
        <a:xfrm>
          <a:off x="0" y="0"/>
          <a:ext cx="0" cy="0"/>
          <a:chOff x="0" y="0"/>
          <a:chExt cx="0" cy="0"/>
        </a:xfrm>
      </p:grpSpPr>
      <p:sp>
        <p:nvSpPr>
          <p:cNvPr id="481" name="Google Shape;481;p35"/>
          <p:cNvSpPr txBox="1"/>
          <p:nvPr>
            <p:ph idx="1" type="subTitle"/>
          </p:nvPr>
        </p:nvSpPr>
        <p:spPr>
          <a:xfrm>
            <a:off x="5711285" y="1731500"/>
            <a:ext cx="28467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82" name="Google Shape;482;p35"/>
          <p:cNvSpPr txBox="1"/>
          <p:nvPr>
            <p:ph type="title"/>
          </p:nvPr>
        </p:nvSpPr>
        <p:spPr>
          <a:xfrm>
            <a:off x="1392601" y="836575"/>
            <a:ext cx="32052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4000">
                <a:solidFill>
                  <a:schemeClr val="lt1"/>
                </a:solidFill>
              </a:defRPr>
            </a:lvl1pPr>
            <a:lvl2pPr lvl="1">
              <a:lnSpc>
                <a:spcPct val="115000"/>
              </a:lnSpc>
              <a:spcBef>
                <a:spcPts val="0"/>
              </a:spcBef>
              <a:spcAft>
                <a:spcPts val="0"/>
              </a:spcAft>
              <a:buNone/>
              <a:defRPr sz="4000">
                <a:solidFill>
                  <a:schemeClr val="lt1"/>
                </a:solidFill>
              </a:defRPr>
            </a:lvl2pPr>
            <a:lvl3pPr lvl="2">
              <a:lnSpc>
                <a:spcPct val="115000"/>
              </a:lnSpc>
              <a:spcBef>
                <a:spcPts val="0"/>
              </a:spcBef>
              <a:spcAft>
                <a:spcPts val="0"/>
              </a:spcAft>
              <a:buNone/>
              <a:defRPr sz="4000">
                <a:solidFill>
                  <a:schemeClr val="lt1"/>
                </a:solidFill>
              </a:defRPr>
            </a:lvl3pPr>
            <a:lvl4pPr lvl="3">
              <a:lnSpc>
                <a:spcPct val="115000"/>
              </a:lnSpc>
              <a:spcBef>
                <a:spcPts val="0"/>
              </a:spcBef>
              <a:spcAft>
                <a:spcPts val="0"/>
              </a:spcAft>
              <a:buNone/>
              <a:defRPr sz="4000">
                <a:solidFill>
                  <a:schemeClr val="lt1"/>
                </a:solidFill>
              </a:defRPr>
            </a:lvl4pPr>
            <a:lvl5pPr lvl="4">
              <a:lnSpc>
                <a:spcPct val="115000"/>
              </a:lnSpc>
              <a:spcBef>
                <a:spcPts val="0"/>
              </a:spcBef>
              <a:spcAft>
                <a:spcPts val="0"/>
              </a:spcAft>
              <a:buNone/>
              <a:defRPr sz="4000">
                <a:solidFill>
                  <a:schemeClr val="lt1"/>
                </a:solidFill>
              </a:defRPr>
            </a:lvl5pPr>
            <a:lvl6pPr lvl="5">
              <a:lnSpc>
                <a:spcPct val="115000"/>
              </a:lnSpc>
              <a:spcBef>
                <a:spcPts val="0"/>
              </a:spcBef>
              <a:spcAft>
                <a:spcPts val="0"/>
              </a:spcAft>
              <a:buNone/>
              <a:defRPr sz="4000">
                <a:solidFill>
                  <a:schemeClr val="lt1"/>
                </a:solidFill>
              </a:defRPr>
            </a:lvl6pPr>
            <a:lvl7pPr lvl="6">
              <a:lnSpc>
                <a:spcPct val="115000"/>
              </a:lnSpc>
              <a:spcBef>
                <a:spcPts val="0"/>
              </a:spcBef>
              <a:spcAft>
                <a:spcPts val="0"/>
              </a:spcAft>
              <a:buNone/>
              <a:defRPr sz="4000">
                <a:solidFill>
                  <a:schemeClr val="lt1"/>
                </a:solidFill>
              </a:defRPr>
            </a:lvl7pPr>
            <a:lvl8pPr lvl="7">
              <a:lnSpc>
                <a:spcPct val="115000"/>
              </a:lnSpc>
              <a:spcBef>
                <a:spcPts val="0"/>
              </a:spcBef>
              <a:spcAft>
                <a:spcPts val="0"/>
              </a:spcAft>
              <a:buNone/>
              <a:defRPr sz="4000">
                <a:solidFill>
                  <a:schemeClr val="lt1"/>
                </a:solidFill>
              </a:defRPr>
            </a:lvl8pPr>
            <a:lvl9pPr lvl="8">
              <a:lnSpc>
                <a:spcPct val="115000"/>
              </a:lnSpc>
              <a:spcBef>
                <a:spcPts val="0"/>
              </a:spcBef>
              <a:spcAft>
                <a:spcPts val="0"/>
              </a:spcAft>
              <a:buNone/>
              <a:defRPr sz="4000">
                <a:solidFill>
                  <a:schemeClr val="lt1"/>
                </a:solidFill>
              </a:defRPr>
            </a:lvl9pPr>
          </a:lstStyle>
          <a:p/>
        </p:txBody>
      </p:sp>
      <p:sp>
        <p:nvSpPr>
          <p:cNvPr id="483" name="Google Shape;483;p35"/>
          <p:cNvSpPr/>
          <p:nvPr/>
        </p:nvSpPr>
        <p:spPr>
          <a:xfrm>
            <a:off x="1" y="1262825"/>
            <a:ext cx="1187700" cy="12936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84" name="Google Shape;484;p35"/>
          <p:cNvSpPr/>
          <p:nvPr/>
        </p:nvSpPr>
        <p:spPr>
          <a:xfrm>
            <a:off x="1" y="2556277"/>
            <a:ext cx="1187700" cy="12936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85" name="Google Shape;485;p35"/>
          <p:cNvSpPr/>
          <p:nvPr/>
        </p:nvSpPr>
        <p:spPr>
          <a:xfrm>
            <a:off x="1" y="3849830"/>
            <a:ext cx="1187700" cy="12936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86" name="Google Shape;486;p35"/>
          <p:cNvSpPr/>
          <p:nvPr/>
        </p:nvSpPr>
        <p:spPr>
          <a:xfrm>
            <a:off x="0" y="0"/>
            <a:ext cx="1187700" cy="12627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87" name="Google Shape;487;p35"/>
          <p:cNvSpPr txBox="1"/>
          <p:nvPr>
            <p:ph idx="2" type="subTitle"/>
          </p:nvPr>
        </p:nvSpPr>
        <p:spPr>
          <a:xfrm>
            <a:off x="5711285" y="2250475"/>
            <a:ext cx="28467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88" name="Google Shape;488;p35"/>
          <p:cNvSpPr txBox="1"/>
          <p:nvPr>
            <p:ph idx="3" type="subTitle"/>
          </p:nvPr>
        </p:nvSpPr>
        <p:spPr>
          <a:xfrm>
            <a:off x="5711285" y="2769450"/>
            <a:ext cx="2846700" cy="301500"/>
          </a:xfrm>
          <a:prstGeom prst="rect">
            <a:avLst/>
          </a:prstGeom>
        </p:spPr>
        <p:txBody>
          <a:bodyPr anchorCtr="0" anchor="b" bIns="91425" lIns="91425" spcFirstLastPara="1" rIns="91425" wrap="square" tIns="91425">
            <a:noAutofit/>
          </a:bodyPr>
          <a:lstStyle>
            <a:lvl1pPr lvl="0">
              <a:spcBef>
                <a:spcPts val="0"/>
              </a:spcBef>
              <a:spcAft>
                <a:spcPts val="0"/>
              </a:spcAft>
              <a:buSzPts val="1400"/>
              <a:buFont typeface="Red Hat Display"/>
              <a:buNone/>
              <a:defRPr/>
            </a:lvl1pPr>
            <a:lvl2pPr lvl="1">
              <a:spcBef>
                <a:spcPts val="0"/>
              </a:spcBef>
              <a:spcAft>
                <a:spcPts val="0"/>
              </a:spcAft>
              <a:buSzPts val="1400"/>
              <a:buFont typeface="Red Hat Display"/>
              <a:buNone/>
              <a:defRPr/>
            </a:lvl2pPr>
            <a:lvl3pPr lvl="2">
              <a:spcBef>
                <a:spcPts val="0"/>
              </a:spcBef>
              <a:spcAft>
                <a:spcPts val="0"/>
              </a:spcAft>
              <a:buSzPts val="1400"/>
              <a:buFont typeface="Red Hat Display"/>
              <a:buNone/>
              <a:defRPr/>
            </a:lvl3pPr>
            <a:lvl4pPr lvl="3">
              <a:spcBef>
                <a:spcPts val="0"/>
              </a:spcBef>
              <a:spcAft>
                <a:spcPts val="0"/>
              </a:spcAft>
              <a:buSzPts val="1400"/>
              <a:buFont typeface="Red Hat Display"/>
              <a:buNone/>
              <a:defRPr/>
            </a:lvl4pPr>
            <a:lvl5pPr lvl="4">
              <a:spcBef>
                <a:spcPts val="0"/>
              </a:spcBef>
              <a:spcAft>
                <a:spcPts val="0"/>
              </a:spcAft>
              <a:buSzPts val="1400"/>
              <a:buFont typeface="Red Hat Display"/>
              <a:buNone/>
              <a:defRPr/>
            </a:lvl5pPr>
            <a:lvl6pPr lvl="5">
              <a:spcBef>
                <a:spcPts val="0"/>
              </a:spcBef>
              <a:spcAft>
                <a:spcPts val="0"/>
              </a:spcAft>
              <a:buSzPts val="1400"/>
              <a:buFont typeface="Red Hat Display"/>
              <a:buNone/>
              <a:defRPr/>
            </a:lvl6pPr>
            <a:lvl7pPr lvl="6">
              <a:spcBef>
                <a:spcPts val="0"/>
              </a:spcBef>
              <a:spcAft>
                <a:spcPts val="0"/>
              </a:spcAft>
              <a:buSzPts val="1400"/>
              <a:buFont typeface="Red Hat Display"/>
              <a:buNone/>
              <a:defRPr/>
            </a:lvl7pPr>
            <a:lvl8pPr lvl="7">
              <a:spcBef>
                <a:spcPts val="0"/>
              </a:spcBef>
              <a:spcAft>
                <a:spcPts val="0"/>
              </a:spcAft>
              <a:buSzPts val="1400"/>
              <a:buFont typeface="Red Hat Display"/>
              <a:buNone/>
              <a:defRPr/>
            </a:lvl8pPr>
            <a:lvl9pPr lvl="8">
              <a:spcBef>
                <a:spcPts val="0"/>
              </a:spcBef>
              <a:spcAft>
                <a:spcPts val="0"/>
              </a:spcAft>
              <a:buSzPts val="1400"/>
              <a:buFont typeface="Red Hat Display"/>
              <a:buNone/>
              <a:defRPr/>
            </a:lvl9pPr>
          </a:lstStyle>
          <a:p/>
        </p:txBody>
      </p:sp>
      <p:sp>
        <p:nvSpPr>
          <p:cNvPr id="489" name="Google Shape;489;p35"/>
          <p:cNvSpPr txBox="1"/>
          <p:nvPr>
            <p:ph idx="4" type="subTitle"/>
          </p:nvPr>
        </p:nvSpPr>
        <p:spPr>
          <a:xfrm>
            <a:off x="5711285" y="3288425"/>
            <a:ext cx="28467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90" name="Google Shape;490;p35"/>
          <p:cNvSpPr txBox="1"/>
          <p:nvPr>
            <p:ph idx="5" type="subTitle"/>
          </p:nvPr>
        </p:nvSpPr>
        <p:spPr>
          <a:xfrm>
            <a:off x="5711285" y="3807400"/>
            <a:ext cx="28467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91" name="Google Shape;491;p35"/>
          <p:cNvSpPr txBox="1"/>
          <p:nvPr>
            <p:ph idx="6" type="subTitle"/>
          </p:nvPr>
        </p:nvSpPr>
        <p:spPr>
          <a:xfrm>
            <a:off x="5711285" y="4326375"/>
            <a:ext cx="28467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xt steps">
  <p:cSld name="CUSTOM_6">
    <p:spTree>
      <p:nvGrpSpPr>
        <p:cNvPr id="492" name="Shape 492"/>
        <p:cNvGrpSpPr/>
        <p:nvPr/>
      </p:nvGrpSpPr>
      <p:grpSpPr>
        <a:xfrm>
          <a:off x="0" y="0"/>
          <a:ext cx="0" cy="0"/>
          <a:chOff x="0" y="0"/>
          <a:chExt cx="0" cy="0"/>
        </a:xfrm>
      </p:grpSpPr>
      <p:sp>
        <p:nvSpPr>
          <p:cNvPr id="493" name="Google Shape;493;p36"/>
          <p:cNvSpPr/>
          <p:nvPr/>
        </p:nvSpPr>
        <p:spPr>
          <a:xfrm rot="5400000">
            <a:off x="446600" y="-454900"/>
            <a:ext cx="2712900" cy="3605700"/>
          </a:xfrm>
          <a:prstGeom prst="snip1Rect">
            <a:avLst>
              <a:gd fmla="val 39812"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94" name="Google Shape;494;p36"/>
          <p:cNvSpPr txBox="1"/>
          <p:nvPr>
            <p:ph type="title"/>
          </p:nvPr>
        </p:nvSpPr>
        <p:spPr>
          <a:xfrm>
            <a:off x="228600" y="525200"/>
            <a:ext cx="3154500" cy="587700"/>
          </a:xfrm>
          <a:prstGeom prst="rect">
            <a:avLst/>
          </a:prstGeom>
        </p:spPr>
        <p:txBody>
          <a:bodyPr anchorCtr="0" anchor="b" bIns="0" lIns="0" spcFirstLastPara="1" rIns="91425" wrap="square" tIns="91425">
            <a:noAutofit/>
          </a:bodyPr>
          <a:lstStyle>
            <a:lvl1pPr lvl="0">
              <a:spcBef>
                <a:spcPts val="0"/>
              </a:spcBef>
              <a:spcAft>
                <a:spcPts val="0"/>
              </a:spcAft>
              <a:buNone/>
              <a:defRPr sz="4000"/>
            </a:lvl1pPr>
            <a:lvl2pPr lvl="1">
              <a:lnSpc>
                <a:spcPct val="115000"/>
              </a:lnSpc>
              <a:spcBef>
                <a:spcPts val="0"/>
              </a:spcBef>
              <a:spcAft>
                <a:spcPts val="0"/>
              </a:spcAft>
              <a:buNone/>
              <a:defRPr/>
            </a:lvl2pPr>
            <a:lvl3pPr lvl="2">
              <a:lnSpc>
                <a:spcPct val="115000"/>
              </a:lnSpc>
              <a:spcBef>
                <a:spcPts val="0"/>
              </a:spcBef>
              <a:spcAft>
                <a:spcPts val="0"/>
              </a:spcAft>
              <a:buNone/>
              <a:defRPr/>
            </a:lvl3pPr>
            <a:lvl4pPr lvl="3">
              <a:lnSpc>
                <a:spcPct val="115000"/>
              </a:lnSpc>
              <a:spcBef>
                <a:spcPts val="0"/>
              </a:spcBef>
              <a:spcAft>
                <a:spcPts val="0"/>
              </a:spcAft>
              <a:buNone/>
              <a:defRPr/>
            </a:lvl4pPr>
            <a:lvl5pPr lvl="4">
              <a:lnSpc>
                <a:spcPct val="115000"/>
              </a:lnSpc>
              <a:spcBef>
                <a:spcPts val="0"/>
              </a:spcBef>
              <a:spcAft>
                <a:spcPts val="0"/>
              </a:spcAft>
              <a:buNone/>
              <a:defRPr/>
            </a:lvl5pPr>
            <a:lvl6pPr lvl="5">
              <a:lnSpc>
                <a:spcPct val="115000"/>
              </a:lnSpc>
              <a:spcBef>
                <a:spcPts val="0"/>
              </a:spcBef>
              <a:spcAft>
                <a:spcPts val="0"/>
              </a:spcAft>
              <a:buNone/>
              <a:defRPr/>
            </a:lvl6pPr>
            <a:lvl7pPr lvl="6">
              <a:lnSpc>
                <a:spcPct val="115000"/>
              </a:lnSpc>
              <a:spcBef>
                <a:spcPts val="0"/>
              </a:spcBef>
              <a:spcAft>
                <a:spcPts val="0"/>
              </a:spcAft>
              <a:buNone/>
              <a:defRPr/>
            </a:lvl7pPr>
            <a:lvl8pPr lvl="7">
              <a:lnSpc>
                <a:spcPct val="115000"/>
              </a:lnSpc>
              <a:spcBef>
                <a:spcPts val="0"/>
              </a:spcBef>
              <a:spcAft>
                <a:spcPts val="0"/>
              </a:spcAft>
              <a:buNone/>
              <a:defRPr/>
            </a:lvl8pPr>
            <a:lvl9pPr lvl="8">
              <a:lnSpc>
                <a:spcPct val="115000"/>
              </a:lnSpc>
              <a:spcBef>
                <a:spcPts val="0"/>
              </a:spcBef>
              <a:spcAft>
                <a:spcPts val="0"/>
              </a:spcAft>
              <a:buNone/>
              <a:defRPr/>
            </a:lvl9pPr>
          </a:lstStyle>
          <a:p/>
        </p:txBody>
      </p:sp>
      <p:sp>
        <p:nvSpPr>
          <p:cNvPr id="495" name="Google Shape;495;p36"/>
          <p:cNvSpPr txBox="1"/>
          <p:nvPr>
            <p:ph idx="1" type="subTitle"/>
          </p:nvPr>
        </p:nvSpPr>
        <p:spPr>
          <a:xfrm>
            <a:off x="228600" y="1185575"/>
            <a:ext cx="2806800" cy="9543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96" name="Google Shape;496;p36"/>
          <p:cNvSpPr txBox="1"/>
          <p:nvPr>
            <p:ph idx="2" type="subTitle"/>
          </p:nvPr>
        </p:nvSpPr>
        <p:spPr>
          <a:xfrm>
            <a:off x="4784300" y="1597250"/>
            <a:ext cx="873600" cy="330000"/>
          </a:xfrm>
          <a:prstGeom prst="rect">
            <a:avLst/>
          </a:prstGeom>
        </p:spPr>
        <p:txBody>
          <a:bodyPr anchorCtr="0" anchor="ctr" bIns="0" lIns="0" spcFirstLastPara="1" rIns="0" wrap="square" tIns="0">
            <a:noAutofit/>
          </a:bodyPr>
          <a:lstStyle>
            <a:lvl1pPr lvl="0">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497" name="Google Shape;497;p36"/>
          <p:cNvSpPr txBox="1"/>
          <p:nvPr>
            <p:ph idx="3" type="subTitle"/>
          </p:nvPr>
        </p:nvSpPr>
        <p:spPr>
          <a:xfrm>
            <a:off x="6129000" y="1600050"/>
            <a:ext cx="1887300" cy="651900"/>
          </a:xfrm>
          <a:prstGeom prst="rect">
            <a:avLst/>
          </a:prstGeom>
        </p:spPr>
        <p:txBody>
          <a:bodyPr anchorCtr="0" anchor="ctr" bIns="0" lIns="0" spcFirstLastPara="1" rIns="0" wrap="square" tIns="0">
            <a:noAutofit/>
          </a:bodyPr>
          <a:lstStyle>
            <a:lvl1pPr lvl="0">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498" name="Google Shape;498;p36"/>
          <p:cNvSpPr txBox="1"/>
          <p:nvPr>
            <p:ph idx="4" type="subTitle"/>
          </p:nvPr>
        </p:nvSpPr>
        <p:spPr>
          <a:xfrm>
            <a:off x="6129000" y="2669675"/>
            <a:ext cx="1887300" cy="6519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2pPr>
            <a:lvl3pPr lvl="2">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3pPr>
            <a:lvl4pPr lvl="3">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4pPr>
            <a:lvl5pPr lvl="4">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5pPr>
            <a:lvl6pPr lvl="5">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6pPr>
            <a:lvl7pPr lvl="6">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7pPr>
            <a:lvl8pPr lvl="7">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8pPr>
            <a:lvl9pPr lvl="8">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9pPr>
          </a:lstStyle>
          <a:p/>
        </p:txBody>
      </p:sp>
      <p:sp>
        <p:nvSpPr>
          <p:cNvPr id="499" name="Google Shape;499;p36"/>
          <p:cNvSpPr txBox="1"/>
          <p:nvPr>
            <p:ph idx="5" type="subTitle"/>
          </p:nvPr>
        </p:nvSpPr>
        <p:spPr>
          <a:xfrm>
            <a:off x="6129000" y="3739250"/>
            <a:ext cx="1887300" cy="6519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2pPr>
            <a:lvl3pPr lvl="2">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3pPr>
            <a:lvl4pPr lvl="3">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4pPr>
            <a:lvl5pPr lvl="4">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5pPr>
            <a:lvl6pPr lvl="5">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6pPr>
            <a:lvl7pPr lvl="6">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7pPr>
            <a:lvl8pPr lvl="7">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8pPr>
            <a:lvl9pPr lvl="8">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9pPr>
          </a:lstStyle>
          <a:p/>
        </p:txBody>
      </p:sp>
      <p:sp>
        <p:nvSpPr>
          <p:cNvPr id="500" name="Google Shape;500;p36"/>
          <p:cNvSpPr txBox="1"/>
          <p:nvPr>
            <p:ph idx="6" type="subTitle"/>
          </p:nvPr>
        </p:nvSpPr>
        <p:spPr>
          <a:xfrm>
            <a:off x="4784300" y="2668250"/>
            <a:ext cx="873600" cy="330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2pPr>
            <a:lvl3pPr lvl="2">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3pPr>
            <a:lvl4pPr lvl="3">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4pPr>
            <a:lvl5pPr lvl="4">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5pPr>
            <a:lvl6pPr lvl="5">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6pPr>
            <a:lvl7pPr lvl="6">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7pPr>
            <a:lvl8pPr lvl="7">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8pPr>
            <a:lvl9pPr lvl="8">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9pPr>
          </a:lstStyle>
          <a:p/>
        </p:txBody>
      </p:sp>
      <p:sp>
        <p:nvSpPr>
          <p:cNvPr id="501" name="Google Shape;501;p36"/>
          <p:cNvSpPr txBox="1"/>
          <p:nvPr>
            <p:ph idx="7" type="subTitle"/>
          </p:nvPr>
        </p:nvSpPr>
        <p:spPr>
          <a:xfrm>
            <a:off x="4784300" y="3739250"/>
            <a:ext cx="873600" cy="330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2pPr>
            <a:lvl3pPr lvl="2">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3pPr>
            <a:lvl4pPr lvl="3">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4pPr>
            <a:lvl5pPr lvl="4">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5pPr>
            <a:lvl6pPr lvl="5">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6pPr>
            <a:lvl7pPr lvl="6">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7pPr>
            <a:lvl8pPr lvl="7">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8pPr>
            <a:lvl9pPr lvl="8">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502" name="Shape 502"/>
        <p:cNvGrpSpPr/>
        <p:nvPr/>
      </p:nvGrpSpPr>
      <p:grpSpPr>
        <a:xfrm>
          <a:off x="0" y="0"/>
          <a:ext cx="0" cy="0"/>
          <a:chOff x="0" y="0"/>
          <a:chExt cx="0" cy="0"/>
        </a:xfrm>
      </p:grpSpPr>
      <p:sp>
        <p:nvSpPr>
          <p:cNvPr id="503" name="Google Shape;503;p37"/>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504" name="Shape 504"/>
        <p:cNvGrpSpPr/>
        <p:nvPr/>
      </p:nvGrpSpPr>
      <p:grpSpPr>
        <a:xfrm>
          <a:off x="0" y="0"/>
          <a:ext cx="0" cy="0"/>
          <a:chOff x="0" y="0"/>
          <a:chExt cx="0" cy="0"/>
        </a:xfrm>
      </p:grpSpPr>
      <p:sp>
        <p:nvSpPr>
          <p:cNvPr id="505" name="Google Shape;505;p3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506" name="Google Shape;506;p3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507" name="Shape 507"/>
        <p:cNvGrpSpPr/>
        <p:nvPr/>
      </p:nvGrpSpPr>
      <p:grpSpPr>
        <a:xfrm>
          <a:off x="0" y="0"/>
          <a:ext cx="0" cy="0"/>
          <a:chOff x="0" y="0"/>
          <a:chExt cx="0" cy="0"/>
        </a:xfrm>
      </p:grpSpPr>
      <p:sp>
        <p:nvSpPr>
          <p:cNvPr id="508" name="Google Shape;508;p3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509" name="Google Shape;509;p39"/>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10" name="Google Shape;510;p39"/>
          <p:cNvSpPr txBox="1"/>
          <p:nvPr>
            <p:ph idx="2" type="body"/>
          </p:nvPr>
        </p:nvSpPr>
        <p:spPr>
          <a:xfrm>
            <a:off x="4832400" y="1152475"/>
            <a:ext cx="3999900" cy="3416400"/>
          </a:xfrm>
          <a:prstGeom prst="rect">
            <a:avLst/>
          </a:prstGeom>
        </p:spPr>
        <p:txBody>
          <a:bodyPr anchorCtr="0" anchor="t" bIns="91425" lIns="0" spcFirstLastPara="1" rIns="91425" wrap="square" tIns="0">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sz="1200"/>
            </a:lvl2pPr>
            <a:lvl3pPr indent="-304800" lvl="2" marL="1371600">
              <a:spcBef>
                <a:spcPts val="800"/>
              </a:spcBef>
              <a:spcAft>
                <a:spcPts val="0"/>
              </a:spcAft>
              <a:buSzPts val="1200"/>
              <a:buChar char="■"/>
              <a:defRPr sz="1200"/>
            </a:lvl3pPr>
            <a:lvl4pPr indent="-304800" lvl="3" marL="1828800">
              <a:spcBef>
                <a:spcPts val="800"/>
              </a:spcBef>
              <a:spcAft>
                <a:spcPts val="0"/>
              </a:spcAft>
              <a:buSzPts val="1200"/>
              <a:buChar char="●"/>
              <a:defRPr sz="1200"/>
            </a:lvl4pPr>
            <a:lvl5pPr indent="-304800" lvl="4" marL="2286000">
              <a:spcBef>
                <a:spcPts val="800"/>
              </a:spcBef>
              <a:spcAft>
                <a:spcPts val="0"/>
              </a:spcAft>
              <a:buSzPts val="1200"/>
              <a:buChar char="○"/>
              <a:defRPr sz="1200"/>
            </a:lvl5pPr>
            <a:lvl6pPr indent="-304800" lvl="5" marL="2743200">
              <a:spcBef>
                <a:spcPts val="800"/>
              </a:spcBef>
              <a:spcAft>
                <a:spcPts val="0"/>
              </a:spcAft>
              <a:buSzPts val="1200"/>
              <a:buChar char="■"/>
              <a:defRPr sz="1200"/>
            </a:lvl6pPr>
            <a:lvl7pPr indent="-304800" lvl="6" marL="3200400">
              <a:spcBef>
                <a:spcPts val="800"/>
              </a:spcBef>
              <a:spcAft>
                <a:spcPts val="0"/>
              </a:spcAft>
              <a:buSzPts val="1200"/>
              <a:buChar char="●"/>
              <a:defRPr sz="1200"/>
            </a:lvl7pPr>
            <a:lvl8pPr indent="-304800" lvl="7" marL="3657600">
              <a:spcBef>
                <a:spcPts val="800"/>
              </a:spcBef>
              <a:spcAft>
                <a:spcPts val="0"/>
              </a:spcAft>
              <a:buSzPts val="1200"/>
              <a:buChar char="○"/>
              <a:defRPr sz="1200"/>
            </a:lvl8pPr>
            <a:lvl9pPr indent="-304800" lvl="8" marL="4114800">
              <a:spcBef>
                <a:spcPts val="800"/>
              </a:spcBef>
              <a:spcAft>
                <a:spcPts val="800"/>
              </a:spcAft>
              <a:buSzPts val="1200"/>
              <a:buChar char="■"/>
              <a:defRPr sz="1200"/>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511" name="Shape 511"/>
        <p:cNvGrpSpPr/>
        <p:nvPr/>
      </p:nvGrpSpPr>
      <p:grpSpPr>
        <a:xfrm>
          <a:off x="0" y="0"/>
          <a:ext cx="0" cy="0"/>
          <a:chOff x="0" y="0"/>
          <a:chExt cx="0" cy="0"/>
        </a:xfrm>
      </p:grpSpPr>
      <p:sp>
        <p:nvSpPr>
          <p:cNvPr id="512" name="Google Shape;512;p40"/>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513" name="Google Shape;513;p40"/>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514" name="Shape 514"/>
        <p:cNvGrpSpPr/>
        <p:nvPr/>
      </p:nvGrpSpPr>
      <p:grpSpPr>
        <a:xfrm>
          <a:off x="0" y="0"/>
          <a:ext cx="0" cy="0"/>
          <a:chOff x="0" y="0"/>
          <a:chExt cx="0" cy="0"/>
        </a:xfrm>
      </p:grpSpPr>
      <p:sp>
        <p:nvSpPr>
          <p:cNvPr id="515" name="Google Shape;515;p41"/>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516" name="Shape 516"/>
        <p:cNvGrpSpPr/>
        <p:nvPr/>
      </p:nvGrpSpPr>
      <p:grpSpPr>
        <a:xfrm>
          <a:off x="0" y="0"/>
          <a:ext cx="0" cy="0"/>
          <a:chOff x="0" y="0"/>
          <a:chExt cx="0" cy="0"/>
        </a:xfrm>
      </p:grpSpPr>
      <p:sp>
        <p:nvSpPr>
          <p:cNvPr id="517" name="Google Shape;517;p42"/>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18" name="Google Shape;518;p42"/>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519" name="Google Shape;519;p42"/>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520" name="Shape 520"/>
        <p:cNvGrpSpPr/>
        <p:nvPr/>
      </p:nvGrpSpPr>
      <p:grpSpPr>
        <a:xfrm>
          <a:off x="0" y="0"/>
          <a:ext cx="0" cy="0"/>
          <a:chOff x="0" y="0"/>
          <a:chExt cx="0" cy="0"/>
        </a:xfrm>
      </p:grpSpPr>
      <p:sp>
        <p:nvSpPr>
          <p:cNvPr id="521" name="Google Shape;521;p43"/>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900"/>
              <a:buNone/>
              <a:defRPr/>
            </a:lvl1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522" name="Shape 522"/>
        <p:cNvGrpSpPr/>
        <p:nvPr/>
      </p:nvGrpSpPr>
      <p:grpSpPr>
        <a:xfrm>
          <a:off x="0" y="0"/>
          <a:ext cx="0" cy="0"/>
          <a:chOff x="0" y="0"/>
          <a:chExt cx="0" cy="0"/>
        </a:xfrm>
      </p:grpSpPr>
      <p:sp>
        <p:nvSpPr>
          <p:cNvPr id="523" name="Google Shape;523;p44"/>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24" name="Google Shape;524;p44"/>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285750" lvl="0" marL="457200" algn="ctr">
              <a:spcBef>
                <a:spcPts val="0"/>
              </a:spcBef>
              <a:spcAft>
                <a:spcPts val="0"/>
              </a:spcAft>
              <a:buSzPts val="900"/>
              <a:buChar char="●"/>
              <a:defRPr/>
            </a:lvl1pPr>
            <a:lvl2pPr indent="-285750" lvl="1" marL="914400" algn="ctr">
              <a:spcBef>
                <a:spcPts val="0"/>
              </a:spcBef>
              <a:spcAft>
                <a:spcPts val="0"/>
              </a:spcAft>
              <a:buSzPts val="900"/>
              <a:buChar char="○"/>
              <a:defRPr/>
            </a:lvl2pPr>
            <a:lvl3pPr indent="-285750" lvl="2" marL="1371600" algn="ctr">
              <a:spcBef>
                <a:spcPts val="0"/>
              </a:spcBef>
              <a:spcAft>
                <a:spcPts val="0"/>
              </a:spcAft>
              <a:buSzPts val="900"/>
              <a:buChar char="■"/>
              <a:defRPr/>
            </a:lvl3pPr>
            <a:lvl4pPr indent="-285750" lvl="3" marL="1828800" algn="ctr">
              <a:spcBef>
                <a:spcPts val="0"/>
              </a:spcBef>
              <a:spcAft>
                <a:spcPts val="0"/>
              </a:spcAft>
              <a:buSzPts val="900"/>
              <a:buChar char="●"/>
              <a:defRPr/>
            </a:lvl4pPr>
            <a:lvl5pPr indent="-285750" lvl="4" marL="2286000" algn="ctr">
              <a:spcBef>
                <a:spcPts val="0"/>
              </a:spcBef>
              <a:spcAft>
                <a:spcPts val="0"/>
              </a:spcAft>
              <a:buSzPts val="900"/>
              <a:buChar char="○"/>
              <a:defRPr/>
            </a:lvl5pPr>
            <a:lvl6pPr indent="-285750" lvl="5" marL="2743200" algn="ctr">
              <a:spcBef>
                <a:spcPts val="0"/>
              </a:spcBef>
              <a:spcAft>
                <a:spcPts val="0"/>
              </a:spcAft>
              <a:buSzPts val="900"/>
              <a:buChar char="■"/>
              <a:defRPr/>
            </a:lvl6pPr>
            <a:lvl7pPr indent="-285750" lvl="6" marL="3200400" algn="ctr">
              <a:spcBef>
                <a:spcPts val="0"/>
              </a:spcBef>
              <a:spcAft>
                <a:spcPts val="0"/>
              </a:spcAft>
              <a:buSzPts val="900"/>
              <a:buChar char="●"/>
              <a:defRPr/>
            </a:lvl7pPr>
            <a:lvl8pPr indent="-285750" lvl="7" marL="3657600" algn="ctr">
              <a:spcBef>
                <a:spcPts val="0"/>
              </a:spcBef>
              <a:spcAft>
                <a:spcPts val="0"/>
              </a:spcAft>
              <a:buSzPts val="900"/>
              <a:buChar char="○"/>
              <a:defRPr/>
            </a:lvl8pPr>
            <a:lvl9pPr indent="-285750" lvl="8" marL="4114800" algn="ctr">
              <a:spcBef>
                <a:spcPts val="0"/>
              </a:spcBef>
              <a:spcAft>
                <a:spcPts val="0"/>
              </a:spcAft>
              <a:buSzPts val="900"/>
              <a:buChar char="■"/>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525" name="Shape 525"/>
        <p:cNvGrpSpPr/>
        <p:nvPr/>
      </p:nvGrpSpPr>
      <p:grpSpPr>
        <a:xfrm>
          <a:off x="0" y="0"/>
          <a:ext cx="0" cy="0"/>
          <a:chOff x="0" y="0"/>
          <a:chExt cx="0" cy="0"/>
        </a:xfrm>
      </p:grpSpPr>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526" name="Shape 526"/>
        <p:cNvGrpSpPr/>
        <p:nvPr/>
      </p:nvGrpSpPr>
      <p:grpSpPr>
        <a:xfrm>
          <a:off x="0" y="0"/>
          <a:ext cx="0" cy="0"/>
          <a:chOff x="0" y="0"/>
          <a:chExt cx="0" cy="0"/>
        </a:xfrm>
      </p:grpSpPr>
      <p:sp>
        <p:nvSpPr>
          <p:cNvPr id="527" name="Google Shape;527;p4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528" name="Google Shape;528;p46"/>
          <p:cNvSpPr txBox="1"/>
          <p:nvPr>
            <p:ph idx="1" type="body"/>
          </p:nvPr>
        </p:nvSpPr>
        <p:spPr>
          <a:xfrm>
            <a:off x="311700" y="1152475"/>
            <a:ext cx="4473900" cy="3416400"/>
          </a:xfrm>
          <a:prstGeom prst="rect">
            <a:avLst/>
          </a:prstGeom>
        </p:spPr>
        <p:txBody>
          <a:bodyPr anchorCtr="0" anchor="t" bIns="91425" lIns="0" spcFirstLastPara="1" rIns="91425" wrap="square" tIns="0">
            <a:spAutoFit/>
          </a:bodyPr>
          <a:lstStyle>
            <a:lvl1pPr indent="-292100" lvl="0" marL="457200">
              <a:spcBef>
                <a:spcPts val="0"/>
              </a:spcBef>
              <a:spcAft>
                <a:spcPts val="0"/>
              </a:spcAft>
              <a:buSzPts val="1000"/>
              <a:buChar char="●"/>
              <a:defRPr/>
            </a:lvl1pPr>
            <a:lvl2pPr indent="-292100" lvl="1" marL="914400">
              <a:spcBef>
                <a:spcPts val="800"/>
              </a:spcBef>
              <a:spcAft>
                <a:spcPts val="0"/>
              </a:spcAft>
              <a:buSzPts val="1000"/>
              <a:buChar char="○"/>
              <a:defRPr/>
            </a:lvl2pPr>
            <a:lvl3pPr indent="-292100" lvl="2" marL="1371600">
              <a:spcBef>
                <a:spcPts val="800"/>
              </a:spcBef>
              <a:spcAft>
                <a:spcPts val="0"/>
              </a:spcAft>
              <a:buSzPts val="1000"/>
              <a:buChar char="■"/>
              <a:defRPr/>
            </a:lvl3pPr>
            <a:lvl4pPr indent="-292100" lvl="3" marL="1828800">
              <a:spcBef>
                <a:spcPts val="800"/>
              </a:spcBef>
              <a:spcAft>
                <a:spcPts val="0"/>
              </a:spcAft>
              <a:buSzPts val="1000"/>
              <a:buChar char="●"/>
              <a:defRPr/>
            </a:lvl4pPr>
            <a:lvl5pPr indent="-292100" lvl="4" marL="2286000">
              <a:spcBef>
                <a:spcPts val="800"/>
              </a:spcBef>
              <a:spcAft>
                <a:spcPts val="0"/>
              </a:spcAft>
              <a:buSzPts val="1000"/>
              <a:buChar char="○"/>
              <a:defRPr/>
            </a:lvl5pPr>
            <a:lvl6pPr indent="-292100" lvl="5" marL="2743200">
              <a:spcBef>
                <a:spcPts val="800"/>
              </a:spcBef>
              <a:spcAft>
                <a:spcPts val="0"/>
              </a:spcAft>
              <a:buSzPts val="1000"/>
              <a:buChar char="■"/>
              <a:defRPr/>
            </a:lvl6pPr>
            <a:lvl7pPr indent="-292100" lvl="6" marL="3200400">
              <a:spcBef>
                <a:spcPts val="800"/>
              </a:spcBef>
              <a:spcAft>
                <a:spcPts val="0"/>
              </a:spcAft>
              <a:buSzPts val="1000"/>
              <a:buChar char="●"/>
              <a:defRPr/>
            </a:lvl7pPr>
            <a:lvl8pPr indent="-292100" lvl="7" marL="3657600">
              <a:spcBef>
                <a:spcPts val="800"/>
              </a:spcBef>
              <a:spcAft>
                <a:spcPts val="0"/>
              </a:spcAft>
              <a:buSzPts val="1000"/>
              <a:buChar char="○"/>
              <a:defRPr/>
            </a:lvl8pPr>
            <a:lvl9pPr indent="-292100" lvl="8" marL="4114800">
              <a:spcBef>
                <a:spcPts val="800"/>
              </a:spcBef>
              <a:spcAft>
                <a:spcPts val="800"/>
              </a:spcAft>
              <a:buSzPts val="1000"/>
              <a:buChar char="■"/>
              <a:defRPr/>
            </a:lvl9pPr>
          </a:lstStyle>
          <a:p/>
        </p:txBody>
      </p:sp>
      <p:sp>
        <p:nvSpPr>
          <p:cNvPr id="529" name="Google Shape;529;p46"/>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530" name="Shape 530"/>
        <p:cNvGrpSpPr/>
        <p:nvPr/>
      </p:nvGrpSpPr>
      <p:grpSpPr>
        <a:xfrm>
          <a:off x="0" y="0"/>
          <a:ext cx="0" cy="0"/>
          <a:chOff x="0" y="0"/>
          <a:chExt cx="0" cy="0"/>
        </a:xfrm>
      </p:grpSpPr>
      <p:sp>
        <p:nvSpPr>
          <p:cNvPr id="531" name="Google Shape;531;p47"/>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32" name="Google Shape;532;p47"/>
          <p:cNvSpPr txBox="1"/>
          <p:nvPr>
            <p:ph idx="1" type="body"/>
          </p:nvPr>
        </p:nvSpPr>
        <p:spPr>
          <a:xfrm>
            <a:off x="483150" y="2237788"/>
            <a:ext cx="3619800" cy="2373600"/>
          </a:xfrm>
          <a:prstGeom prst="rect">
            <a:avLst/>
          </a:prstGeom>
        </p:spPr>
        <p:txBody>
          <a:bodyPr anchorCtr="0" anchor="t" bIns="91425" lIns="0" spcFirstLastPara="1" rIns="91425" wrap="square" tIns="0">
            <a:spAutoFit/>
          </a:bodyPr>
          <a:lstStyle>
            <a:lvl1pPr indent="-292100" lvl="0" marL="457200">
              <a:spcBef>
                <a:spcPts val="0"/>
              </a:spcBef>
              <a:spcAft>
                <a:spcPts val="0"/>
              </a:spcAft>
              <a:buSzPts val="1000"/>
              <a:buChar char="●"/>
              <a:defRPr/>
            </a:lvl1pPr>
            <a:lvl2pPr indent="-292100" lvl="1" marL="914400">
              <a:spcBef>
                <a:spcPts val="800"/>
              </a:spcBef>
              <a:spcAft>
                <a:spcPts val="0"/>
              </a:spcAft>
              <a:buSzPts val="1000"/>
              <a:buChar char="○"/>
              <a:defRPr/>
            </a:lvl2pPr>
            <a:lvl3pPr indent="-292100" lvl="2" marL="1371600">
              <a:spcBef>
                <a:spcPts val="800"/>
              </a:spcBef>
              <a:spcAft>
                <a:spcPts val="0"/>
              </a:spcAft>
              <a:buSzPts val="1000"/>
              <a:buChar char="■"/>
              <a:defRPr/>
            </a:lvl3pPr>
            <a:lvl4pPr indent="-292100" lvl="3" marL="1828800">
              <a:spcBef>
                <a:spcPts val="800"/>
              </a:spcBef>
              <a:spcAft>
                <a:spcPts val="0"/>
              </a:spcAft>
              <a:buSzPts val="1000"/>
              <a:buChar char="●"/>
              <a:defRPr/>
            </a:lvl4pPr>
            <a:lvl5pPr indent="-292100" lvl="4" marL="2286000">
              <a:spcBef>
                <a:spcPts val="800"/>
              </a:spcBef>
              <a:spcAft>
                <a:spcPts val="0"/>
              </a:spcAft>
              <a:buSzPts val="1000"/>
              <a:buChar char="○"/>
              <a:defRPr/>
            </a:lvl5pPr>
            <a:lvl6pPr indent="-292100" lvl="5" marL="2743200">
              <a:spcBef>
                <a:spcPts val="800"/>
              </a:spcBef>
              <a:spcAft>
                <a:spcPts val="0"/>
              </a:spcAft>
              <a:buSzPts val="1000"/>
              <a:buChar char="■"/>
              <a:defRPr/>
            </a:lvl6pPr>
            <a:lvl7pPr indent="-292100" lvl="6" marL="3200400">
              <a:spcBef>
                <a:spcPts val="800"/>
              </a:spcBef>
              <a:spcAft>
                <a:spcPts val="0"/>
              </a:spcAft>
              <a:buSzPts val="1000"/>
              <a:buChar char="●"/>
              <a:defRPr/>
            </a:lvl7pPr>
            <a:lvl8pPr indent="-292100" lvl="7" marL="3657600">
              <a:spcBef>
                <a:spcPts val="800"/>
              </a:spcBef>
              <a:spcAft>
                <a:spcPts val="0"/>
              </a:spcAft>
              <a:buSzPts val="1000"/>
              <a:buChar char="○"/>
              <a:defRPr/>
            </a:lvl8pPr>
            <a:lvl9pPr indent="-292100" lvl="8" marL="4114800">
              <a:spcBef>
                <a:spcPts val="800"/>
              </a:spcBef>
              <a:spcAft>
                <a:spcPts val="800"/>
              </a:spcAft>
              <a:buSzPts val="1000"/>
              <a:buChar char="■"/>
              <a:defRPr/>
            </a:lvl9pPr>
          </a:lstStyle>
          <a:p/>
        </p:txBody>
      </p:sp>
      <p:sp>
        <p:nvSpPr>
          <p:cNvPr id="533" name="Google Shape;533;p47"/>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534" name="Google Shape;534;p47"/>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35" name="Google Shape;535;p47"/>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536" name="Shape 536"/>
        <p:cNvGrpSpPr/>
        <p:nvPr/>
      </p:nvGrpSpPr>
      <p:grpSpPr>
        <a:xfrm>
          <a:off x="0" y="0"/>
          <a:ext cx="0" cy="0"/>
          <a:chOff x="0" y="0"/>
          <a:chExt cx="0" cy="0"/>
        </a:xfrm>
      </p:grpSpPr>
      <p:sp>
        <p:nvSpPr>
          <p:cNvPr id="537" name="Google Shape;537;p48"/>
          <p:cNvSpPr txBox="1"/>
          <p:nvPr>
            <p:ph idx="1" type="body"/>
          </p:nvPr>
        </p:nvSpPr>
        <p:spPr>
          <a:xfrm>
            <a:off x="483175" y="2417500"/>
            <a:ext cx="2455500" cy="2373600"/>
          </a:xfrm>
          <a:prstGeom prst="rect">
            <a:avLst/>
          </a:prstGeom>
        </p:spPr>
        <p:txBody>
          <a:bodyPr anchorCtr="0" anchor="t" bIns="91425" lIns="0" spcFirstLastPara="1" rIns="91425" wrap="square" tIns="0">
            <a:spAutoFit/>
          </a:bodyPr>
          <a:lstStyle>
            <a:lvl1pPr indent="-292100" lvl="0" marL="457200">
              <a:spcBef>
                <a:spcPts val="0"/>
              </a:spcBef>
              <a:spcAft>
                <a:spcPts val="0"/>
              </a:spcAft>
              <a:buSzPts val="1000"/>
              <a:buChar char="●"/>
              <a:defRPr/>
            </a:lvl1pPr>
            <a:lvl2pPr indent="-292100" lvl="1" marL="914400">
              <a:spcBef>
                <a:spcPts val="800"/>
              </a:spcBef>
              <a:spcAft>
                <a:spcPts val="0"/>
              </a:spcAft>
              <a:buSzPts val="1000"/>
              <a:buChar char="○"/>
              <a:defRPr/>
            </a:lvl2pPr>
            <a:lvl3pPr indent="-292100" lvl="2" marL="1371600">
              <a:spcBef>
                <a:spcPts val="800"/>
              </a:spcBef>
              <a:spcAft>
                <a:spcPts val="0"/>
              </a:spcAft>
              <a:buSzPts val="1000"/>
              <a:buChar char="■"/>
              <a:defRPr/>
            </a:lvl3pPr>
            <a:lvl4pPr indent="-292100" lvl="3" marL="1828800">
              <a:spcBef>
                <a:spcPts val="800"/>
              </a:spcBef>
              <a:spcAft>
                <a:spcPts val="0"/>
              </a:spcAft>
              <a:buSzPts val="1000"/>
              <a:buChar char="●"/>
              <a:defRPr/>
            </a:lvl4pPr>
            <a:lvl5pPr indent="-292100" lvl="4" marL="2286000">
              <a:spcBef>
                <a:spcPts val="800"/>
              </a:spcBef>
              <a:spcAft>
                <a:spcPts val="0"/>
              </a:spcAft>
              <a:buSzPts val="1000"/>
              <a:buChar char="○"/>
              <a:defRPr/>
            </a:lvl5pPr>
            <a:lvl6pPr indent="-292100" lvl="5" marL="2743200">
              <a:spcBef>
                <a:spcPts val="800"/>
              </a:spcBef>
              <a:spcAft>
                <a:spcPts val="0"/>
              </a:spcAft>
              <a:buSzPts val="1000"/>
              <a:buChar char="■"/>
              <a:defRPr/>
            </a:lvl6pPr>
            <a:lvl7pPr indent="-292100" lvl="6" marL="3200400">
              <a:spcBef>
                <a:spcPts val="800"/>
              </a:spcBef>
              <a:spcAft>
                <a:spcPts val="0"/>
              </a:spcAft>
              <a:buSzPts val="1000"/>
              <a:buChar char="●"/>
              <a:defRPr/>
            </a:lvl7pPr>
            <a:lvl8pPr indent="-292100" lvl="7" marL="3657600">
              <a:spcBef>
                <a:spcPts val="800"/>
              </a:spcBef>
              <a:spcAft>
                <a:spcPts val="0"/>
              </a:spcAft>
              <a:buSzPts val="1000"/>
              <a:buChar char="○"/>
              <a:defRPr/>
            </a:lvl8pPr>
            <a:lvl9pPr indent="-292100" lvl="8" marL="4114800">
              <a:spcBef>
                <a:spcPts val="800"/>
              </a:spcBef>
              <a:spcAft>
                <a:spcPts val="800"/>
              </a:spcAft>
              <a:buSzPts val="1000"/>
              <a:buChar char="■"/>
              <a:defRPr/>
            </a:lvl9pPr>
          </a:lstStyle>
          <a:p/>
        </p:txBody>
      </p:sp>
      <p:sp>
        <p:nvSpPr>
          <p:cNvPr id="538" name="Google Shape;538;p48"/>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539" name="Google Shape;539;p48"/>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40" name="Google Shape;540;p48"/>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41" name="Google Shape;541;p48"/>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42" name="Google Shape;542;p48"/>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43" name="Google Shape;543;p48"/>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544" name="Shape 544"/>
        <p:cNvGrpSpPr/>
        <p:nvPr/>
      </p:nvGrpSpPr>
      <p:grpSpPr>
        <a:xfrm>
          <a:off x="0" y="0"/>
          <a:ext cx="0" cy="0"/>
          <a:chOff x="0" y="0"/>
          <a:chExt cx="0" cy="0"/>
        </a:xfrm>
      </p:grpSpPr>
      <p:sp>
        <p:nvSpPr>
          <p:cNvPr id="545" name="Google Shape;545;p49"/>
          <p:cNvSpPr txBox="1"/>
          <p:nvPr>
            <p:ph idx="1" type="body"/>
          </p:nvPr>
        </p:nvSpPr>
        <p:spPr>
          <a:xfrm>
            <a:off x="366725" y="1759093"/>
            <a:ext cx="3838500" cy="1138500"/>
          </a:xfrm>
          <a:prstGeom prst="rect">
            <a:avLst/>
          </a:prstGeom>
        </p:spPr>
        <p:txBody>
          <a:bodyPr anchorCtr="0" anchor="t" bIns="91425" lIns="0" spcFirstLastPara="1" rIns="91425" wrap="square" tIns="0">
            <a:spAutoFit/>
          </a:bodyPr>
          <a:lstStyle>
            <a:lvl1pPr indent="-317500" lvl="0" marL="457200">
              <a:spcBef>
                <a:spcPts val="0"/>
              </a:spcBef>
              <a:spcAft>
                <a:spcPts val="0"/>
              </a:spcAft>
              <a:buSzPts val="1400"/>
              <a:buChar char="●"/>
              <a:defRPr sz="1400"/>
            </a:lvl1pPr>
            <a:lvl2pPr indent="-292100" lvl="1" marL="914400">
              <a:spcBef>
                <a:spcPts val="800"/>
              </a:spcBef>
              <a:spcAft>
                <a:spcPts val="0"/>
              </a:spcAft>
              <a:buSzPts val="1000"/>
              <a:buChar char="○"/>
              <a:defRPr/>
            </a:lvl2pPr>
            <a:lvl3pPr indent="-292100" lvl="2" marL="1371600">
              <a:spcBef>
                <a:spcPts val="800"/>
              </a:spcBef>
              <a:spcAft>
                <a:spcPts val="0"/>
              </a:spcAft>
              <a:buSzPts val="1000"/>
              <a:buChar char="■"/>
              <a:defRPr/>
            </a:lvl3pPr>
            <a:lvl4pPr indent="-292100" lvl="3" marL="1828800">
              <a:spcBef>
                <a:spcPts val="800"/>
              </a:spcBef>
              <a:spcAft>
                <a:spcPts val="0"/>
              </a:spcAft>
              <a:buSzPts val="1000"/>
              <a:buChar char="●"/>
              <a:defRPr/>
            </a:lvl4pPr>
            <a:lvl5pPr indent="-292100" lvl="4" marL="2286000">
              <a:spcBef>
                <a:spcPts val="800"/>
              </a:spcBef>
              <a:spcAft>
                <a:spcPts val="0"/>
              </a:spcAft>
              <a:buSzPts val="1000"/>
              <a:buChar char="○"/>
              <a:defRPr/>
            </a:lvl5pPr>
            <a:lvl6pPr indent="-292100" lvl="5" marL="2743200">
              <a:spcBef>
                <a:spcPts val="800"/>
              </a:spcBef>
              <a:spcAft>
                <a:spcPts val="0"/>
              </a:spcAft>
              <a:buSzPts val="1000"/>
              <a:buChar char="■"/>
              <a:defRPr/>
            </a:lvl6pPr>
            <a:lvl7pPr indent="-292100" lvl="6" marL="3200400">
              <a:spcBef>
                <a:spcPts val="800"/>
              </a:spcBef>
              <a:spcAft>
                <a:spcPts val="0"/>
              </a:spcAft>
              <a:buSzPts val="1000"/>
              <a:buChar char="●"/>
              <a:defRPr/>
            </a:lvl7pPr>
            <a:lvl8pPr indent="-292100" lvl="7" marL="3657600">
              <a:spcBef>
                <a:spcPts val="800"/>
              </a:spcBef>
              <a:spcAft>
                <a:spcPts val="0"/>
              </a:spcAft>
              <a:buSzPts val="1000"/>
              <a:buChar char="○"/>
              <a:defRPr/>
            </a:lvl8pPr>
            <a:lvl9pPr indent="-292100" lvl="8" marL="4114800">
              <a:spcBef>
                <a:spcPts val="800"/>
              </a:spcBef>
              <a:spcAft>
                <a:spcPts val="800"/>
              </a:spcAft>
              <a:buSzPts val="1000"/>
              <a:buChar char="■"/>
              <a:defRPr/>
            </a:lvl9pPr>
          </a:lstStyle>
          <a:p/>
        </p:txBody>
      </p:sp>
      <p:sp>
        <p:nvSpPr>
          <p:cNvPr id="546" name="Google Shape;546;p49"/>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547" name="Google Shape;547;p49"/>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548" name="Google Shape;548;p49"/>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549" name="Google Shape;549;p49"/>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50" name="Google Shape;550;p49"/>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51" name="Google Shape;551;p49"/>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52" name="Google Shape;552;p49"/>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53" name="Google Shape;553;p49"/>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554" name="Shape 554"/>
        <p:cNvGrpSpPr/>
        <p:nvPr/>
      </p:nvGrpSpPr>
      <p:grpSpPr>
        <a:xfrm>
          <a:off x="0" y="0"/>
          <a:ext cx="0" cy="0"/>
          <a:chOff x="0" y="0"/>
          <a:chExt cx="0" cy="0"/>
        </a:xfrm>
      </p:grpSpPr>
      <p:sp>
        <p:nvSpPr>
          <p:cNvPr id="555" name="Google Shape;555;p5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556" name="Google Shape;556;p50"/>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557" name="Shape 557"/>
        <p:cNvGrpSpPr/>
        <p:nvPr/>
      </p:nvGrpSpPr>
      <p:grpSpPr>
        <a:xfrm>
          <a:off x="0" y="0"/>
          <a:ext cx="0" cy="0"/>
          <a:chOff x="0" y="0"/>
          <a:chExt cx="0" cy="0"/>
        </a:xfrm>
      </p:grpSpPr>
      <p:sp>
        <p:nvSpPr>
          <p:cNvPr id="558" name="Google Shape;558;p51"/>
          <p:cNvSpPr txBox="1"/>
          <p:nvPr>
            <p:ph idx="1" type="body"/>
          </p:nvPr>
        </p:nvSpPr>
        <p:spPr>
          <a:xfrm>
            <a:off x="311700" y="4080225"/>
            <a:ext cx="4027500" cy="926100"/>
          </a:xfrm>
          <a:prstGeom prst="rect">
            <a:avLst/>
          </a:prstGeom>
        </p:spPr>
        <p:txBody>
          <a:bodyPr anchorCtr="0" anchor="t" bIns="91425" lIns="0" spcFirstLastPara="1" rIns="91425" wrap="square" tIns="0">
            <a:spAutoFit/>
          </a:bodyPr>
          <a:lstStyle>
            <a:lvl1pPr indent="-304800" lvl="0" marL="457200">
              <a:spcBef>
                <a:spcPts val="0"/>
              </a:spcBef>
              <a:spcAft>
                <a:spcPts val="0"/>
              </a:spcAft>
              <a:buSzPts val="1200"/>
              <a:buChar char="●"/>
              <a:defRPr sz="1200"/>
            </a:lvl1pPr>
            <a:lvl2pPr indent="-304800" lvl="1" marL="914400">
              <a:spcBef>
                <a:spcPts val="800"/>
              </a:spcBef>
              <a:spcAft>
                <a:spcPts val="0"/>
              </a:spcAft>
              <a:buSzPts val="1200"/>
              <a:buChar char="○"/>
              <a:defRPr sz="1200"/>
            </a:lvl2pPr>
            <a:lvl3pPr indent="-304800" lvl="2" marL="1371600">
              <a:spcBef>
                <a:spcPts val="800"/>
              </a:spcBef>
              <a:spcAft>
                <a:spcPts val="0"/>
              </a:spcAft>
              <a:buSzPts val="1200"/>
              <a:buChar char="■"/>
              <a:defRPr sz="1200"/>
            </a:lvl3pPr>
            <a:lvl4pPr indent="-304800" lvl="3" marL="1828800">
              <a:spcBef>
                <a:spcPts val="800"/>
              </a:spcBef>
              <a:spcAft>
                <a:spcPts val="0"/>
              </a:spcAft>
              <a:buSzPts val="1200"/>
              <a:buChar char="●"/>
              <a:defRPr sz="1200"/>
            </a:lvl4pPr>
            <a:lvl5pPr indent="-304800" lvl="4" marL="2286000">
              <a:spcBef>
                <a:spcPts val="800"/>
              </a:spcBef>
              <a:spcAft>
                <a:spcPts val="0"/>
              </a:spcAft>
              <a:buSzPts val="1200"/>
              <a:buChar char="○"/>
              <a:defRPr sz="1200"/>
            </a:lvl5pPr>
            <a:lvl6pPr indent="-304800" lvl="5" marL="2743200">
              <a:spcBef>
                <a:spcPts val="800"/>
              </a:spcBef>
              <a:spcAft>
                <a:spcPts val="0"/>
              </a:spcAft>
              <a:buSzPts val="1200"/>
              <a:buChar char="■"/>
              <a:defRPr sz="1200"/>
            </a:lvl6pPr>
            <a:lvl7pPr indent="-304800" lvl="6" marL="3200400">
              <a:spcBef>
                <a:spcPts val="800"/>
              </a:spcBef>
              <a:spcAft>
                <a:spcPts val="0"/>
              </a:spcAft>
              <a:buSzPts val="1200"/>
              <a:buChar char="●"/>
              <a:defRPr sz="1200"/>
            </a:lvl7pPr>
            <a:lvl8pPr indent="-304800" lvl="7" marL="3657600">
              <a:spcBef>
                <a:spcPts val="800"/>
              </a:spcBef>
              <a:spcAft>
                <a:spcPts val="0"/>
              </a:spcAft>
              <a:buSzPts val="1200"/>
              <a:buChar char="○"/>
              <a:defRPr sz="1200"/>
            </a:lvl8pPr>
            <a:lvl9pPr indent="-304800" lvl="8" marL="4114800">
              <a:spcBef>
                <a:spcPts val="800"/>
              </a:spcBef>
              <a:spcAft>
                <a:spcPts val="800"/>
              </a:spcAft>
              <a:buSzPts val="1200"/>
              <a:buChar char="■"/>
              <a:defRPr sz="1200"/>
            </a:lvl9pPr>
          </a:lstStyle>
          <a:p/>
        </p:txBody>
      </p:sp>
      <p:sp>
        <p:nvSpPr>
          <p:cNvPr id="559" name="Google Shape;559;p51"/>
          <p:cNvSpPr/>
          <p:nvPr>
            <p:ph idx="2" type="pic"/>
          </p:nvPr>
        </p:nvSpPr>
        <p:spPr>
          <a:xfrm>
            <a:off x="4804825" y="1133300"/>
            <a:ext cx="4027500" cy="2392800"/>
          </a:xfrm>
          <a:prstGeom prst="rect">
            <a:avLst/>
          </a:prstGeom>
          <a:noFill/>
          <a:ln>
            <a:noFill/>
          </a:ln>
        </p:spPr>
      </p:sp>
      <p:sp>
        <p:nvSpPr>
          <p:cNvPr id="560" name="Google Shape;560;p51"/>
          <p:cNvSpPr/>
          <p:nvPr>
            <p:ph idx="3" type="pic"/>
          </p:nvPr>
        </p:nvSpPr>
        <p:spPr>
          <a:xfrm>
            <a:off x="311725" y="1133300"/>
            <a:ext cx="4027500" cy="2392800"/>
          </a:xfrm>
          <a:prstGeom prst="rect">
            <a:avLst/>
          </a:prstGeom>
          <a:noFill/>
          <a:ln>
            <a:noFill/>
          </a:ln>
        </p:spPr>
      </p:sp>
      <p:sp>
        <p:nvSpPr>
          <p:cNvPr id="561" name="Google Shape;561;p51"/>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62" name="Google Shape;562;p5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563" name="Google Shape;563;p51"/>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564" name="Google Shape;564;p51"/>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565" name="Shape 565"/>
        <p:cNvGrpSpPr/>
        <p:nvPr/>
      </p:nvGrpSpPr>
      <p:grpSpPr>
        <a:xfrm>
          <a:off x="0" y="0"/>
          <a:ext cx="0" cy="0"/>
          <a:chOff x="0" y="0"/>
          <a:chExt cx="0" cy="0"/>
        </a:xfrm>
      </p:grpSpPr>
      <p:sp>
        <p:nvSpPr>
          <p:cNvPr id="566" name="Google Shape;566;p52"/>
          <p:cNvSpPr txBox="1"/>
          <p:nvPr>
            <p:ph idx="1" type="body"/>
          </p:nvPr>
        </p:nvSpPr>
        <p:spPr>
          <a:xfrm>
            <a:off x="311700" y="3911700"/>
            <a:ext cx="2627100" cy="1018500"/>
          </a:xfrm>
          <a:prstGeom prst="rect">
            <a:avLst/>
          </a:prstGeom>
        </p:spPr>
        <p:txBody>
          <a:bodyPr anchorCtr="0" anchor="t" bIns="91425" lIns="0" spcFirstLastPara="1" rIns="91425" wrap="square" tIns="0">
            <a:spAutoFit/>
          </a:bodyPr>
          <a:lstStyle>
            <a:lvl1pPr indent="-304800" lvl="0" marL="457200">
              <a:spcBef>
                <a:spcPts val="0"/>
              </a:spcBef>
              <a:spcAft>
                <a:spcPts val="0"/>
              </a:spcAft>
              <a:buSzPts val="1200"/>
              <a:buChar char="●"/>
              <a:defRPr sz="1200"/>
            </a:lvl1pPr>
            <a:lvl2pPr indent="-304800" lvl="1" marL="914400">
              <a:spcBef>
                <a:spcPts val="800"/>
              </a:spcBef>
              <a:spcAft>
                <a:spcPts val="0"/>
              </a:spcAft>
              <a:buSzPts val="1200"/>
              <a:buChar char="○"/>
              <a:defRPr sz="1200"/>
            </a:lvl2pPr>
            <a:lvl3pPr indent="-304800" lvl="2" marL="1371600">
              <a:spcBef>
                <a:spcPts val="800"/>
              </a:spcBef>
              <a:spcAft>
                <a:spcPts val="0"/>
              </a:spcAft>
              <a:buSzPts val="1200"/>
              <a:buChar char="■"/>
              <a:defRPr sz="1200"/>
            </a:lvl3pPr>
            <a:lvl4pPr indent="-304800" lvl="3" marL="1828800">
              <a:spcBef>
                <a:spcPts val="800"/>
              </a:spcBef>
              <a:spcAft>
                <a:spcPts val="0"/>
              </a:spcAft>
              <a:buSzPts val="1200"/>
              <a:buChar char="●"/>
              <a:defRPr sz="1200"/>
            </a:lvl4pPr>
            <a:lvl5pPr indent="-304800" lvl="4" marL="2286000">
              <a:spcBef>
                <a:spcPts val="800"/>
              </a:spcBef>
              <a:spcAft>
                <a:spcPts val="0"/>
              </a:spcAft>
              <a:buSzPts val="1200"/>
              <a:buChar char="○"/>
              <a:defRPr sz="1200"/>
            </a:lvl5pPr>
            <a:lvl6pPr indent="-304800" lvl="5" marL="2743200">
              <a:spcBef>
                <a:spcPts val="800"/>
              </a:spcBef>
              <a:spcAft>
                <a:spcPts val="0"/>
              </a:spcAft>
              <a:buSzPts val="1200"/>
              <a:buChar char="■"/>
              <a:defRPr sz="1200"/>
            </a:lvl6pPr>
            <a:lvl7pPr indent="-304800" lvl="6" marL="3200400">
              <a:spcBef>
                <a:spcPts val="800"/>
              </a:spcBef>
              <a:spcAft>
                <a:spcPts val="0"/>
              </a:spcAft>
              <a:buSzPts val="1200"/>
              <a:buChar char="●"/>
              <a:defRPr sz="1200"/>
            </a:lvl7pPr>
            <a:lvl8pPr indent="-304800" lvl="7" marL="3657600">
              <a:spcBef>
                <a:spcPts val="800"/>
              </a:spcBef>
              <a:spcAft>
                <a:spcPts val="0"/>
              </a:spcAft>
              <a:buSzPts val="1200"/>
              <a:buChar char="○"/>
              <a:defRPr sz="1200"/>
            </a:lvl8pPr>
            <a:lvl9pPr indent="-304800" lvl="8" marL="4114800">
              <a:spcBef>
                <a:spcPts val="800"/>
              </a:spcBef>
              <a:spcAft>
                <a:spcPts val="800"/>
              </a:spcAft>
              <a:buSzPts val="1200"/>
              <a:buChar char="■"/>
              <a:defRPr sz="1200"/>
            </a:lvl9pPr>
          </a:lstStyle>
          <a:p/>
        </p:txBody>
      </p:sp>
      <p:sp>
        <p:nvSpPr>
          <p:cNvPr id="567" name="Google Shape;567;p52"/>
          <p:cNvSpPr/>
          <p:nvPr>
            <p:ph idx="2" type="pic"/>
          </p:nvPr>
        </p:nvSpPr>
        <p:spPr>
          <a:xfrm>
            <a:off x="6205225" y="1128325"/>
            <a:ext cx="2627100" cy="2273100"/>
          </a:xfrm>
          <a:prstGeom prst="rect">
            <a:avLst/>
          </a:prstGeom>
          <a:noFill/>
          <a:ln>
            <a:noFill/>
          </a:ln>
        </p:spPr>
      </p:sp>
      <p:sp>
        <p:nvSpPr>
          <p:cNvPr id="568" name="Google Shape;568;p52"/>
          <p:cNvSpPr/>
          <p:nvPr>
            <p:ph idx="3" type="pic"/>
          </p:nvPr>
        </p:nvSpPr>
        <p:spPr>
          <a:xfrm>
            <a:off x="311725" y="1128325"/>
            <a:ext cx="2627100" cy="2273100"/>
          </a:xfrm>
          <a:prstGeom prst="rect">
            <a:avLst/>
          </a:prstGeom>
          <a:noFill/>
          <a:ln>
            <a:noFill/>
          </a:ln>
        </p:spPr>
      </p:sp>
      <p:sp>
        <p:nvSpPr>
          <p:cNvPr id="569" name="Google Shape;569;p52"/>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70" name="Google Shape;570;p52"/>
          <p:cNvSpPr/>
          <p:nvPr>
            <p:ph idx="5" type="pic"/>
          </p:nvPr>
        </p:nvSpPr>
        <p:spPr>
          <a:xfrm>
            <a:off x="3255250" y="1128325"/>
            <a:ext cx="2627100" cy="2273100"/>
          </a:xfrm>
          <a:prstGeom prst="rect">
            <a:avLst/>
          </a:prstGeom>
          <a:noFill/>
          <a:ln>
            <a:noFill/>
          </a:ln>
        </p:spPr>
      </p:sp>
      <p:sp>
        <p:nvSpPr>
          <p:cNvPr id="571" name="Google Shape;571;p52"/>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72" name="Google Shape;572;p5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573" name="Google Shape;573;p52"/>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574" name="Google Shape;574;p52"/>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575" name="Google Shape;575;p52"/>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576" name="Shape 576"/>
        <p:cNvGrpSpPr/>
        <p:nvPr/>
      </p:nvGrpSpPr>
      <p:grpSpPr>
        <a:xfrm>
          <a:off x="0" y="0"/>
          <a:ext cx="0" cy="0"/>
          <a:chOff x="0" y="0"/>
          <a:chExt cx="0" cy="0"/>
        </a:xfrm>
      </p:grpSpPr>
      <p:sp>
        <p:nvSpPr>
          <p:cNvPr id="577" name="Google Shape;577;p53"/>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578" name="Shape 578"/>
        <p:cNvGrpSpPr/>
        <p:nvPr/>
      </p:nvGrpSpPr>
      <p:grpSpPr>
        <a:xfrm>
          <a:off x="0" y="0"/>
          <a:ext cx="0" cy="0"/>
          <a:chOff x="0" y="0"/>
          <a:chExt cx="0" cy="0"/>
        </a:xfrm>
      </p:grpSpPr>
      <p:sp>
        <p:nvSpPr>
          <p:cNvPr id="579" name="Google Shape;579;p54"/>
          <p:cNvSpPr/>
          <p:nvPr>
            <p:ph idx="2" type="pic"/>
          </p:nvPr>
        </p:nvSpPr>
        <p:spPr>
          <a:xfrm>
            <a:off x="3389600" y="118913"/>
            <a:ext cx="1643700" cy="1535100"/>
          </a:xfrm>
          <a:prstGeom prst="rect">
            <a:avLst/>
          </a:prstGeom>
          <a:noFill/>
          <a:ln>
            <a:noFill/>
          </a:ln>
        </p:spPr>
      </p:sp>
      <p:sp>
        <p:nvSpPr>
          <p:cNvPr id="580" name="Google Shape;580;p54"/>
          <p:cNvSpPr/>
          <p:nvPr>
            <p:ph idx="3" type="pic"/>
          </p:nvPr>
        </p:nvSpPr>
        <p:spPr>
          <a:xfrm>
            <a:off x="5195935" y="118913"/>
            <a:ext cx="1643700" cy="1535100"/>
          </a:xfrm>
          <a:prstGeom prst="rect">
            <a:avLst/>
          </a:prstGeom>
          <a:noFill/>
          <a:ln>
            <a:noFill/>
          </a:ln>
        </p:spPr>
      </p:sp>
      <p:sp>
        <p:nvSpPr>
          <p:cNvPr id="581" name="Google Shape;581;p54"/>
          <p:cNvSpPr/>
          <p:nvPr>
            <p:ph idx="4" type="pic"/>
          </p:nvPr>
        </p:nvSpPr>
        <p:spPr>
          <a:xfrm>
            <a:off x="7002270" y="118913"/>
            <a:ext cx="1643700" cy="1535100"/>
          </a:xfrm>
          <a:prstGeom prst="rect">
            <a:avLst/>
          </a:prstGeom>
          <a:noFill/>
          <a:ln>
            <a:noFill/>
          </a:ln>
        </p:spPr>
      </p:sp>
      <p:sp>
        <p:nvSpPr>
          <p:cNvPr id="582" name="Google Shape;582;p54"/>
          <p:cNvSpPr/>
          <p:nvPr>
            <p:ph idx="5" type="pic"/>
          </p:nvPr>
        </p:nvSpPr>
        <p:spPr>
          <a:xfrm>
            <a:off x="3389588" y="1804212"/>
            <a:ext cx="1643700" cy="1535100"/>
          </a:xfrm>
          <a:prstGeom prst="rect">
            <a:avLst/>
          </a:prstGeom>
          <a:noFill/>
          <a:ln>
            <a:noFill/>
          </a:ln>
        </p:spPr>
      </p:sp>
      <p:sp>
        <p:nvSpPr>
          <p:cNvPr id="583" name="Google Shape;583;p54"/>
          <p:cNvSpPr/>
          <p:nvPr>
            <p:ph idx="6" type="pic"/>
          </p:nvPr>
        </p:nvSpPr>
        <p:spPr>
          <a:xfrm>
            <a:off x="5195922" y="1804212"/>
            <a:ext cx="1643700" cy="1535100"/>
          </a:xfrm>
          <a:prstGeom prst="rect">
            <a:avLst/>
          </a:prstGeom>
          <a:noFill/>
          <a:ln>
            <a:noFill/>
          </a:ln>
        </p:spPr>
      </p:sp>
      <p:sp>
        <p:nvSpPr>
          <p:cNvPr id="584" name="Google Shape;584;p54"/>
          <p:cNvSpPr/>
          <p:nvPr>
            <p:ph idx="7" type="pic"/>
          </p:nvPr>
        </p:nvSpPr>
        <p:spPr>
          <a:xfrm>
            <a:off x="7002257" y="1804212"/>
            <a:ext cx="1643700" cy="1535100"/>
          </a:xfrm>
          <a:prstGeom prst="rect">
            <a:avLst/>
          </a:prstGeom>
          <a:noFill/>
          <a:ln>
            <a:noFill/>
          </a:ln>
        </p:spPr>
      </p:sp>
      <p:sp>
        <p:nvSpPr>
          <p:cNvPr id="585" name="Google Shape;585;p54"/>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586" name="Google Shape;586;p54"/>
          <p:cNvSpPr/>
          <p:nvPr>
            <p:ph idx="8" type="pic"/>
          </p:nvPr>
        </p:nvSpPr>
        <p:spPr>
          <a:xfrm>
            <a:off x="3389588" y="3489487"/>
            <a:ext cx="1643700" cy="1535100"/>
          </a:xfrm>
          <a:prstGeom prst="rect">
            <a:avLst/>
          </a:prstGeom>
          <a:noFill/>
          <a:ln>
            <a:noFill/>
          </a:ln>
        </p:spPr>
      </p:sp>
      <p:sp>
        <p:nvSpPr>
          <p:cNvPr id="587" name="Google Shape;587;p54"/>
          <p:cNvSpPr/>
          <p:nvPr>
            <p:ph idx="9" type="pic"/>
          </p:nvPr>
        </p:nvSpPr>
        <p:spPr>
          <a:xfrm>
            <a:off x="5195922" y="3489487"/>
            <a:ext cx="1643700" cy="1535100"/>
          </a:xfrm>
          <a:prstGeom prst="rect">
            <a:avLst/>
          </a:prstGeom>
          <a:noFill/>
          <a:ln>
            <a:noFill/>
          </a:ln>
        </p:spPr>
      </p:sp>
      <p:sp>
        <p:nvSpPr>
          <p:cNvPr id="588" name="Google Shape;588;p54"/>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20" Type="http://schemas.openxmlformats.org/officeDocument/2006/relationships/slideLayout" Target="../slideLayouts/slideLayout31.xml"/><Relationship Id="rId42" Type="http://schemas.openxmlformats.org/officeDocument/2006/relationships/theme" Target="../theme/theme3.xml"/><Relationship Id="rId41" Type="http://schemas.openxmlformats.org/officeDocument/2006/relationships/slideLayout" Target="../slideLayouts/slideLayout52.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33" Type="http://schemas.openxmlformats.org/officeDocument/2006/relationships/slideLayout" Target="../slideLayouts/slideLayout44.xml"/><Relationship Id="rId10" Type="http://schemas.openxmlformats.org/officeDocument/2006/relationships/slideLayout" Target="../slideLayouts/slideLayout21.xml"/><Relationship Id="rId32" Type="http://schemas.openxmlformats.org/officeDocument/2006/relationships/slideLayout" Target="../slideLayouts/slideLayout43.xml"/><Relationship Id="rId13" Type="http://schemas.openxmlformats.org/officeDocument/2006/relationships/slideLayout" Target="../slideLayouts/slideLayout24.xml"/><Relationship Id="rId35" Type="http://schemas.openxmlformats.org/officeDocument/2006/relationships/slideLayout" Target="../slideLayouts/slideLayout46.xml"/><Relationship Id="rId12" Type="http://schemas.openxmlformats.org/officeDocument/2006/relationships/slideLayout" Target="../slideLayouts/slideLayout23.xml"/><Relationship Id="rId34" Type="http://schemas.openxmlformats.org/officeDocument/2006/relationships/slideLayout" Target="../slideLayouts/slideLayout45.xml"/><Relationship Id="rId15" Type="http://schemas.openxmlformats.org/officeDocument/2006/relationships/slideLayout" Target="../slideLayouts/slideLayout26.xml"/><Relationship Id="rId37" Type="http://schemas.openxmlformats.org/officeDocument/2006/relationships/slideLayout" Target="../slideLayouts/slideLayout48.xml"/><Relationship Id="rId14" Type="http://schemas.openxmlformats.org/officeDocument/2006/relationships/slideLayout" Target="../slideLayouts/slideLayout25.xml"/><Relationship Id="rId36" Type="http://schemas.openxmlformats.org/officeDocument/2006/relationships/slideLayout" Target="../slideLayouts/slideLayout47.xml"/><Relationship Id="rId17" Type="http://schemas.openxmlformats.org/officeDocument/2006/relationships/slideLayout" Target="../slideLayouts/slideLayout28.xml"/><Relationship Id="rId39" Type="http://schemas.openxmlformats.org/officeDocument/2006/relationships/slideLayout" Target="../slideLayouts/slideLayout50.xml"/><Relationship Id="rId16" Type="http://schemas.openxmlformats.org/officeDocument/2006/relationships/slideLayout" Target="../slideLayouts/slideLayout27.xml"/><Relationship Id="rId38" Type="http://schemas.openxmlformats.org/officeDocument/2006/relationships/slideLayout" Target="../slideLayouts/slideLayout49.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0" name="Shape 50"/>
        <p:cNvGrpSpPr/>
        <p:nvPr/>
      </p:nvGrpSpPr>
      <p:grpSpPr>
        <a:xfrm>
          <a:off x="0" y="0"/>
          <a:ext cx="0" cy="0"/>
          <a:chOff x="0" y="0"/>
          <a:chExt cx="0" cy="0"/>
        </a:xfrm>
      </p:grpSpPr>
      <p:sp>
        <p:nvSpPr>
          <p:cNvPr id="51" name="Google Shape;51;p13"/>
          <p:cNvSpPr txBox="1"/>
          <p:nvPr>
            <p:ph idx="1" type="body"/>
          </p:nvPr>
        </p:nvSpPr>
        <p:spPr>
          <a:xfrm>
            <a:off x="228600" y="1895400"/>
            <a:ext cx="5760600" cy="3016800"/>
          </a:xfrm>
          <a:prstGeom prst="rect">
            <a:avLst/>
          </a:prstGeom>
          <a:noFill/>
          <a:ln>
            <a:noFill/>
          </a:ln>
        </p:spPr>
        <p:txBody>
          <a:bodyPr anchorCtr="0" anchor="t" bIns="91425" lIns="0" spcFirstLastPara="1" rIns="91425" wrap="square" tIns="0">
            <a:spAutoFit/>
          </a:bodyPr>
          <a:lstStyle>
            <a:lvl1pPr indent="-292100" lvl="0" marL="457200">
              <a:lnSpc>
                <a:spcPct val="115000"/>
              </a:lnSpc>
              <a:spcBef>
                <a:spcPts val="0"/>
              </a:spcBef>
              <a:spcAft>
                <a:spcPts val="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1pPr>
            <a:lvl2pPr indent="-292100" lvl="1" marL="914400">
              <a:lnSpc>
                <a:spcPct val="115000"/>
              </a:lnSpc>
              <a:spcBef>
                <a:spcPts val="800"/>
              </a:spcBef>
              <a:spcAft>
                <a:spcPts val="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2pPr>
            <a:lvl3pPr indent="-292100" lvl="2" marL="1371600">
              <a:lnSpc>
                <a:spcPct val="115000"/>
              </a:lnSpc>
              <a:spcBef>
                <a:spcPts val="800"/>
              </a:spcBef>
              <a:spcAft>
                <a:spcPts val="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3pPr>
            <a:lvl4pPr indent="-292100" lvl="3" marL="1828800">
              <a:lnSpc>
                <a:spcPct val="115000"/>
              </a:lnSpc>
              <a:spcBef>
                <a:spcPts val="800"/>
              </a:spcBef>
              <a:spcAft>
                <a:spcPts val="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4pPr>
            <a:lvl5pPr indent="-292100" lvl="4" marL="2286000">
              <a:lnSpc>
                <a:spcPct val="115000"/>
              </a:lnSpc>
              <a:spcBef>
                <a:spcPts val="800"/>
              </a:spcBef>
              <a:spcAft>
                <a:spcPts val="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5pPr>
            <a:lvl6pPr indent="-292100" lvl="5" marL="2743200">
              <a:lnSpc>
                <a:spcPct val="115000"/>
              </a:lnSpc>
              <a:spcBef>
                <a:spcPts val="800"/>
              </a:spcBef>
              <a:spcAft>
                <a:spcPts val="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6pPr>
            <a:lvl7pPr indent="-292100" lvl="6" marL="3200400">
              <a:lnSpc>
                <a:spcPct val="115000"/>
              </a:lnSpc>
              <a:spcBef>
                <a:spcPts val="800"/>
              </a:spcBef>
              <a:spcAft>
                <a:spcPts val="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7pPr>
            <a:lvl8pPr indent="-292100" lvl="7" marL="3657600">
              <a:lnSpc>
                <a:spcPct val="115000"/>
              </a:lnSpc>
              <a:spcBef>
                <a:spcPts val="800"/>
              </a:spcBef>
              <a:spcAft>
                <a:spcPts val="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8pPr>
            <a:lvl9pPr indent="-292100" lvl="8" marL="4114800">
              <a:lnSpc>
                <a:spcPct val="115000"/>
              </a:lnSpc>
              <a:spcBef>
                <a:spcPts val="800"/>
              </a:spcBef>
              <a:spcAft>
                <a:spcPts val="80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9pPr>
          </a:lstStyle>
          <a:p/>
        </p:txBody>
      </p:sp>
      <p:sp>
        <p:nvSpPr>
          <p:cNvPr id="52" name="Google Shape;52;p13"/>
          <p:cNvSpPr txBox="1"/>
          <p:nvPr>
            <p:ph type="title"/>
          </p:nvPr>
        </p:nvSpPr>
        <p:spPr>
          <a:xfrm>
            <a:off x="188850" y="312400"/>
            <a:ext cx="4469700" cy="4494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1pPr>
            <a:lvl2pPr lvl="1">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2pPr>
            <a:lvl3pPr lvl="2">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3pPr>
            <a:lvl4pPr lvl="3">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4pPr>
            <a:lvl5pPr lvl="4">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5pPr>
            <a:lvl6pPr lvl="5">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6pPr>
            <a:lvl7pPr lvl="6">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7pPr>
            <a:lvl8pPr lvl="7">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8pPr>
            <a:lvl9pPr lvl="8">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9pPr>
          </a:lstStyle>
          <a:p/>
        </p:txBody>
      </p:sp>
      <p:sp>
        <p:nvSpPr>
          <p:cNvPr id="53" name="Google Shape;53;p13"/>
          <p:cNvSpPr txBox="1"/>
          <p:nvPr>
            <p:ph idx="2" type="body"/>
          </p:nvPr>
        </p:nvSpPr>
        <p:spPr>
          <a:xfrm>
            <a:off x="4523800" y="1983025"/>
            <a:ext cx="4043400" cy="2478900"/>
          </a:xfrm>
          <a:prstGeom prst="rect">
            <a:avLst/>
          </a:prstGeom>
          <a:noFill/>
          <a:ln>
            <a:noFill/>
          </a:ln>
        </p:spPr>
        <p:txBody>
          <a:bodyPr anchorCtr="0" anchor="t" bIns="91425" lIns="91425" spcFirstLastPara="1" rIns="91425" wrap="square" tIns="91425">
            <a:noAutofit/>
          </a:bodyPr>
          <a:lstStyle>
            <a:lvl1pPr indent="-285750" lvl="0" marL="45720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1pPr>
            <a:lvl2pPr indent="-285750" lvl="1" marL="91440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2pPr>
            <a:lvl3pPr indent="-285750" lvl="2" marL="137160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3pPr>
            <a:lvl4pPr indent="-285750" lvl="3" marL="182880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4pPr>
            <a:lvl5pPr indent="-285750" lvl="4" marL="228600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5pPr>
            <a:lvl6pPr indent="-285750" lvl="5" marL="274320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6pPr>
            <a:lvl7pPr indent="-285750" lvl="6" marL="320040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7pPr>
            <a:lvl8pPr indent="-285750" lvl="7" marL="365760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8pPr>
            <a:lvl9pPr indent="-285750" lvl="8" marL="411480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26">
          <p15:clr>
            <a:srgbClr val="E46962"/>
          </p15:clr>
        </p15:guide>
        <p15:guide id="10" pos="4285">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2.xml"/><Relationship Id="rId3" Type="http://schemas.openxmlformats.org/officeDocument/2006/relationships/image" Target="../media/image6.jpg"/><Relationship Id="rId4" Type="http://schemas.openxmlformats.org/officeDocument/2006/relationships/image" Target="../media/image3.jpg"/><Relationship Id="rId5" Type="http://schemas.openxmlformats.org/officeDocument/2006/relationships/image" Target="../media/image5.jpg"/><Relationship Id="rId6" Type="http://schemas.openxmlformats.org/officeDocument/2006/relationships/image" Target="../media/image4.jpg"/><Relationship Id="rId7" Type="http://schemas.openxmlformats.org/officeDocument/2006/relationships/image" Target="../media/image7.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55"/>
          <p:cNvSpPr txBox="1"/>
          <p:nvPr>
            <p:ph type="title"/>
          </p:nvPr>
        </p:nvSpPr>
        <p:spPr>
          <a:xfrm>
            <a:off x="182850" y="1681644"/>
            <a:ext cx="5760900" cy="20508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t>Budget</a:t>
            </a:r>
            <a:r>
              <a:rPr lang="en"/>
              <a:t> </a:t>
            </a:r>
            <a:endParaRPr/>
          </a:p>
          <a:p>
            <a:pPr indent="0" lvl="0" marL="0" rtl="0" algn="l">
              <a:spcBef>
                <a:spcPts val="0"/>
              </a:spcBef>
              <a:spcAft>
                <a:spcPts val="0"/>
              </a:spcAft>
              <a:buNone/>
            </a:pPr>
            <a:r>
              <a:rPr lang="en">
                <a:solidFill>
                  <a:schemeClr val="dk2"/>
                </a:solidFill>
              </a:rPr>
              <a:t>Byte</a:t>
            </a:r>
            <a:endParaRPr>
              <a:solidFill>
                <a:schemeClr val="dk2"/>
              </a:solidFill>
            </a:endParaRPr>
          </a:p>
        </p:txBody>
      </p:sp>
      <p:sp>
        <p:nvSpPr>
          <p:cNvPr id="594" name="Google Shape;594;p55"/>
          <p:cNvSpPr txBox="1"/>
          <p:nvPr/>
        </p:nvSpPr>
        <p:spPr>
          <a:xfrm>
            <a:off x="228600" y="4176115"/>
            <a:ext cx="3322200" cy="507600"/>
          </a:xfrm>
          <a:prstGeom prst="rect">
            <a:avLst/>
          </a:prstGeom>
          <a:noFill/>
          <a:ln>
            <a:noFill/>
          </a:ln>
        </p:spPr>
        <p:txBody>
          <a:bodyPr anchorCtr="0" anchor="ctr" bIns="0" lIns="0" spcFirstLastPara="1" rIns="91425" wrap="square" tIns="0">
            <a:noAutofit/>
          </a:bodyPr>
          <a:lstStyle/>
          <a:p>
            <a:pPr indent="0" lvl="0" marL="0" rtl="0" algn="l">
              <a:lnSpc>
                <a:spcPct val="90000"/>
              </a:lnSpc>
              <a:spcBef>
                <a:spcPts val="0"/>
              </a:spcBef>
              <a:spcAft>
                <a:spcPts val="0"/>
              </a:spcAft>
              <a:buNone/>
            </a:pPr>
            <a:r>
              <a:rPr lang="en">
                <a:solidFill>
                  <a:schemeClr val="lt2"/>
                </a:solidFill>
                <a:latin typeface="Red Hat Display"/>
                <a:ea typeface="Red Hat Display"/>
                <a:cs typeface="Red Hat Display"/>
                <a:sym typeface="Red Hat Display"/>
              </a:rPr>
              <a:t>Eric Gerner, Kevin Adkins, David Abundis, Alvaro Gonzalez, Jorge Munoz</a:t>
            </a:r>
            <a:endParaRPr>
              <a:solidFill>
                <a:schemeClr val="lt2"/>
              </a:solidFill>
              <a:latin typeface="Red Hat Display"/>
              <a:ea typeface="Red Hat Display"/>
              <a:cs typeface="Red Hat Display"/>
              <a:sym typeface="Red Hat Display"/>
            </a:endParaRPr>
          </a:p>
          <a:p>
            <a:pPr indent="0" lvl="0" marL="0" rtl="0" algn="l">
              <a:lnSpc>
                <a:spcPct val="90000"/>
              </a:lnSpc>
              <a:spcBef>
                <a:spcPts val="0"/>
              </a:spcBef>
              <a:spcAft>
                <a:spcPts val="0"/>
              </a:spcAft>
              <a:buNone/>
            </a:pPr>
            <a:r>
              <a:t/>
            </a:r>
            <a:endParaRPr>
              <a:solidFill>
                <a:schemeClr val="lt2"/>
              </a:solidFill>
              <a:latin typeface="Red Hat Display"/>
              <a:ea typeface="Red Hat Display"/>
              <a:cs typeface="Red Hat Display"/>
              <a:sym typeface="Red Hat Display"/>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sp>
        <p:nvSpPr>
          <p:cNvPr id="599" name="Google Shape;599;p56"/>
          <p:cNvSpPr txBox="1"/>
          <p:nvPr>
            <p:ph type="title"/>
          </p:nvPr>
        </p:nvSpPr>
        <p:spPr>
          <a:xfrm>
            <a:off x="3063300" y="457206"/>
            <a:ext cx="5760900" cy="5877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t>Introduction</a:t>
            </a:r>
            <a:endParaRPr/>
          </a:p>
        </p:txBody>
      </p:sp>
      <p:sp>
        <p:nvSpPr>
          <p:cNvPr id="600" name="Google Shape;600;p56"/>
          <p:cNvSpPr txBox="1"/>
          <p:nvPr>
            <p:ph idx="1" type="subTitle"/>
          </p:nvPr>
        </p:nvSpPr>
        <p:spPr>
          <a:xfrm>
            <a:off x="2501500" y="1389000"/>
            <a:ext cx="5977500" cy="23400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This is the project that we will be working on throughout the semester</a:t>
            </a:r>
            <a:endParaRPr/>
          </a:p>
          <a:p>
            <a:pPr indent="-317500" lvl="0" marL="457200" rtl="0" algn="l">
              <a:spcBef>
                <a:spcPts val="0"/>
              </a:spcBef>
              <a:spcAft>
                <a:spcPts val="0"/>
              </a:spcAft>
              <a:buSzPts val="1400"/>
              <a:buChar char="●"/>
            </a:pPr>
            <a:r>
              <a:rPr lang="en"/>
              <a:t>By the end of this presentation, we hope you’ll understand:</a:t>
            </a:r>
            <a:endParaRPr/>
          </a:p>
          <a:p>
            <a:pPr indent="-317500" lvl="1" marL="914400" rtl="0" algn="l">
              <a:spcBef>
                <a:spcPts val="0"/>
              </a:spcBef>
              <a:spcAft>
                <a:spcPts val="0"/>
              </a:spcAft>
              <a:buSzPts val="1400"/>
              <a:buChar char="○"/>
            </a:pPr>
            <a:r>
              <a:rPr lang="en"/>
              <a:t>What we’re doing</a:t>
            </a:r>
            <a:endParaRPr/>
          </a:p>
          <a:p>
            <a:pPr indent="-317500" lvl="1" marL="914400" rtl="0" algn="l">
              <a:spcBef>
                <a:spcPts val="0"/>
              </a:spcBef>
              <a:spcAft>
                <a:spcPts val="0"/>
              </a:spcAft>
              <a:buSzPts val="1400"/>
              <a:buChar char="○"/>
            </a:pPr>
            <a:r>
              <a:rPr lang="en"/>
              <a:t>What features we </a:t>
            </a:r>
            <a:r>
              <a:rPr lang="en"/>
              <a:t>want</a:t>
            </a:r>
            <a:r>
              <a:rPr lang="en"/>
              <a:t> to implement</a:t>
            </a:r>
            <a:endParaRPr/>
          </a:p>
          <a:p>
            <a:pPr indent="-317500" lvl="1" marL="914400" rtl="0" algn="l">
              <a:spcBef>
                <a:spcPts val="0"/>
              </a:spcBef>
              <a:spcAft>
                <a:spcPts val="0"/>
              </a:spcAft>
              <a:buSzPts val="1400"/>
              <a:buChar char="○"/>
            </a:pPr>
            <a:r>
              <a:rPr lang="en"/>
              <a:t>How we’re going to do it</a:t>
            </a:r>
            <a:endParaRPr/>
          </a:p>
          <a:p>
            <a:pPr indent="-317500" lvl="1" marL="914400" rtl="0" algn="l">
              <a:spcBef>
                <a:spcPts val="0"/>
              </a:spcBef>
              <a:spcAft>
                <a:spcPts val="0"/>
              </a:spcAft>
              <a:buSzPts val="1400"/>
              <a:buChar char="○"/>
            </a:pPr>
            <a:r>
              <a:rPr lang="en"/>
              <a:t>What we hope to achieve by the end of the semester</a:t>
            </a:r>
            <a:endParaRPr/>
          </a:p>
          <a:p>
            <a:pPr indent="0" lvl="0" marL="0" rtl="0" algn="l">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p57"/>
          <p:cNvSpPr txBox="1"/>
          <p:nvPr>
            <p:ph idx="1" type="subTitle"/>
          </p:nvPr>
        </p:nvSpPr>
        <p:spPr>
          <a:xfrm>
            <a:off x="3948800" y="2240700"/>
            <a:ext cx="4966500" cy="20064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n" sz="1800"/>
              <a:t>College</a:t>
            </a:r>
            <a:r>
              <a:rPr lang="en" sz="1800"/>
              <a:t> students not </a:t>
            </a:r>
            <a:r>
              <a:rPr lang="en" sz="1800"/>
              <a:t>receiving</a:t>
            </a:r>
            <a:r>
              <a:rPr lang="en" sz="1800"/>
              <a:t> proper </a:t>
            </a:r>
            <a:r>
              <a:rPr lang="en" sz="1800"/>
              <a:t>nutritious</a:t>
            </a:r>
            <a:r>
              <a:rPr lang="en" sz="1800"/>
              <a:t> meals while working with a limited budget and in turn </a:t>
            </a:r>
            <a:r>
              <a:rPr lang="en" sz="1800"/>
              <a:t>ingredients</a:t>
            </a:r>
            <a:r>
              <a:rPr lang="en" sz="1800"/>
              <a:t>.  </a:t>
            </a:r>
            <a:endParaRPr sz="1800"/>
          </a:p>
        </p:txBody>
      </p:sp>
      <p:sp>
        <p:nvSpPr>
          <p:cNvPr id="606" name="Google Shape;606;p57"/>
          <p:cNvSpPr txBox="1"/>
          <p:nvPr>
            <p:ph type="title"/>
          </p:nvPr>
        </p:nvSpPr>
        <p:spPr>
          <a:xfrm>
            <a:off x="3948800" y="1307700"/>
            <a:ext cx="4966500" cy="5877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t>The problem</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sp>
        <p:nvSpPr>
          <p:cNvPr id="611" name="Google Shape;611;p58"/>
          <p:cNvSpPr txBox="1"/>
          <p:nvPr>
            <p:ph idx="1" type="subTitle"/>
          </p:nvPr>
        </p:nvSpPr>
        <p:spPr>
          <a:xfrm>
            <a:off x="3948800" y="2226026"/>
            <a:ext cx="4941000" cy="19299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n" sz="1800"/>
              <a:t>An app that can take a picture of what you have and come up with a meal idea. </a:t>
            </a:r>
            <a:endParaRPr sz="1800"/>
          </a:p>
        </p:txBody>
      </p:sp>
      <p:sp>
        <p:nvSpPr>
          <p:cNvPr id="612" name="Google Shape;612;p58"/>
          <p:cNvSpPr txBox="1"/>
          <p:nvPr>
            <p:ph type="title"/>
          </p:nvPr>
        </p:nvSpPr>
        <p:spPr>
          <a:xfrm>
            <a:off x="3936050" y="1507650"/>
            <a:ext cx="4966500" cy="5877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t>Our solution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sp>
        <p:nvSpPr>
          <p:cNvPr id="617" name="Google Shape;617;p59"/>
          <p:cNvSpPr/>
          <p:nvPr/>
        </p:nvSpPr>
        <p:spPr>
          <a:xfrm>
            <a:off x="228600" y="1459125"/>
            <a:ext cx="2834700" cy="2768400"/>
          </a:xfrm>
          <a:prstGeom prst="snip2DiagRect">
            <a:avLst>
              <a:gd fmla="val 0" name="adj1"/>
              <a:gd fmla="val 16667" name="adj2"/>
            </a:avLst>
          </a:prstGeom>
          <a:solidFill>
            <a:schemeClr val="dk1"/>
          </a:solidFill>
          <a:ln cap="flat" cmpd="sng" w="9525">
            <a:solidFill>
              <a:schemeClr val="accent5"/>
            </a:solidFill>
            <a:prstDash val="solid"/>
            <a:round/>
            <a:headEnd len="sm" w="sm" type="none"/>
            <a:tailEnd len="sm" w="sm" type="none"/>
          </a:ln>
        </p:spPr>
        <p:txBody>
          <a:bodyPr anchorCtr="0" anchor="t" bIns="91425" lIns="91425" spcFirstLastPara="1" rIns="91425" wrap="square" tIns="91425">
            <a:noAutofit/>
          </a:bodyPr>
          <a:lstStyle/>
          <a:p>
            <a:pPr indent="0" lvl="0" marL="0" marR="2700" rtl="0" algn="l">
              <a:lnSpc>
                <a:spcPct val="115000"/>
              </a:lnSpc>
              <a:spcBef>
                <a:spcPts val="0"/>
              </a:spcBef>
              <a:spcAft>
                <a:spcPts val="0"/>
              </a:spcAft>
              <a:buNone/>
            </a:pPr>
            <a:r>
              <a:t/>
            </a:r>
            <a:endParaRPr>
              <a:solidFill>
                <a:schemeClr val="lt1"/>
              </a:solidFill>
            </a:endParaRPr>
          </a:p>
        </p:txBody>
      </p:sp>
      <p:cxnSp>
        <p:nvCxnSpPr>
          <p:cNvPr id="618" name="Google Shape;618;p59"/>
          <p:cNvCxnSpPr/>
          <p:nvPr/>
        </p:nvCxnSpPr>
        <p:spPr>
          <a:xfrm>
            <a:off x="232900" y="2470425"/>
            <a:ext cx="2829000" cy="0"/>
          </a:xfrm>
          <a:prstGeom prst="straightConnector1">
            <a:avLst/>
          </a:prstGeom>
          <a:noFill/>
          <a:ln cap="flat" cmpd="sng" w="9525">
            <a:solidFill>
              <a:schemeClr val="accent5"/>
            </a:solidFill>
            <a:prstDash val="solid"/>
            <a:round/>
            <a:headEnd len="sm" w="sm" type="none"/>
            <a:tailEnd len="sm" w="sm" type="none"/>
          </a:ln>
        </p:spPr>
      </p:cxnSp>
      <p:sp>
        <p:nvSpPr>
          <p:cNvPr id="619" name="Google Shape;619;p59"/>
          <p:cNvSpPr/>
          <p:nvPr/>
        </p:nvSpPr>
        <p:spPr>
          <a:xfrm>
            <a:off x="3154650" y="1459125"/>
            <a:ext cx="2834700" cy="2768400"/>
          </a:xfrm>
          <a:prstGeom prst="snip2DiagRect">
            <a:avLst>
              <a:gd fmla="val 0" name="adj1"/>
              <a:gd fmla="val 16667" name="adj2"/>
            </a:avLst>
          </a:prstGeom>
          <a:solidFill>
            <a:schemeClr val="dk1"/>
          </a:solidFill>
          <a:ln cap="flat" cmpd="sng" w="9525">
            <a:solidFill>
              <a:schemeClr val="accent5"/>
            </a:solidFill>
            <a:prstDash val="solid"/>
            <a:round/>
            <a:headEnd len="sm" w="sm" type="none"/>
            <a:tailEnd len="sm" w="sm" type="none"/>
          </a:ln>
        </p:spPr>
        <p:txBody>
          <a:bodyPr anchorCtr="0" anchor="t" bIns="91425" lIns="91425" spcFirstLastPara="1" rIns="91425" wrap="square" tIns="91425">
            <a:noAutofit/>
          </a:bodyPr>
          <a:lstStyle/>
          <a:p>
            <a:pPr indent="0" lvl="0" marL="0" marR="2700" rtl="0" algn="l">
              <a:lnSpc>
                <a:spcPct val="115000"/>
              </a:lnSpc>
              <a:spcBef>
                <a:spcPts val="0"/>
              </a:spcBef>
              <a:spcAft>
                <a:spcPts val="0"/>
              </a:spcAft>
              <a:buNone/>
            </a:pPr>
            <a:r>
              <a:t/>
            </a:r>
            <a:endParaRPr>
              <a:solidFill>
                <a:schemeClr val="lt1"/>
              </a:solidFill>
            </a:endParaRPr>
          </a:p>
        </p:txBody>
      </p:sp>
      <p:cxnSp>
        <p:nvCxnSpPr>
          <p:cNvPr id="620" name="Google Shape;620;p59"/>
          <p:cNvCxnSpPr/>
          <p:nvPr/>
        </p:nvCxnSpPr>
        <p:spPr>
          <a:xfrm>
            <a:off x="3158950" y="2470425"/>
            <a:ext cx="2829000" cy="0"/>
          </a:xfrm>
          <a:prstGeom prst="straightConnector1">
            <a:avLst/>
          </a:prstGeom>
          <a:noFill/>
          <a:ln cap="flat" cmpd="sng" w="9525">
            <a:solidFill>
              <a:schemeClr val="accent5"/>
            </a:solidFill>
            <a:prstDash val="solid"/>
            <a:round/>
            <a:headEnd len="sm" w="sm" type="none"/>
            <a:tailEnd len="sm" w="sm" type="none"/>
          </a:ln>
        </p:spPr>
      </p:cxnSp>
      <p:sp>
        <p:nvSpPr>
          <p:cNvPr id="621" name="Google Shape;621;p59"/>
          <p:cNvSpPr/>
          <p:nvPr/>
        </p:nvSpPr>
        <p:spPr>
          <a:xfrm>
            <a:off x="6080700" y="1459125"/>
            <a:ext cx="2834700" cy="2768400"/>
          </a:xfrm>
          <a:prstGeom prst="snip2DiagRect">
            <a:avLst>
              <a:gd fmla="val 0" name="adj1"/>
              <a:gd fmla="val 16667" name="adj2"/>
            </a:avLst>
          </a:prstGeom>
          <a:solidFill>
            <a:schemeClr val="dk1"/>
          </a:solidFill>
          <a:ln cap="flat" cmpd="sng" w="9525">
            <a:solidFill>
              <a:schemeClr val="accent5"/>
            </a:solidFill>
            <a:prstDash val="solid"/>
            <a:round/>
            <a:headEnd len="sm" w="sm" type="none"/>
            <a:tailEnd len="sm" w="sm" type="none"/>
          </a:ln>
        </p:spPr>
        <p:txBody>
          <a:bodyPr anchorCtr="0" anchor="t" bIns="91425" lIns="91425" spcFirstLastPara="1" rIns="91425" wrap="square" tIns="91425">
            <a:noAutofit/>
          </a:bodyPr>
          <a:lstStyle/>
          <a:p>
            <a:pPr indent="0" lvl="0" marL="0" marR="2700" rtl="0" algn="l">
              <a:lnSpc>
                <a:spcPct val="115000"/>
              </a:lnSpc>
              <a:spcBef>
                <a:spcPts val="0"/>
              </a:spcBef>
              <a:spcAft>
                <a:spcPts val="0"/>
              </a:spcAft>
              <a:buNone/>
            </a:pPr>
            <a:r>
              <a:t/>
            </a:r>
            <a:endParaRPr>
              <a:solidFill>
                <a:schemeClr val="lt1"/>
              </a:solidFill>
            </a:endParaRPr>
          </a:p>
        </p:txBody>
      </p:sp>
      <p:cxnSp>
        <p:nvCxnSpPr>
          <p:cNvPr id="622" name="Google Shape;622;p59"/>
          <p:cNvCxnSpPr/>
          <p:nvPr/>
        </p:nvCxnSpPr>
        <p:spPr>
          <a:xfrm>
            <a:off x="6085000" y="2470425"/>
            <a:ext cx="2829000" cy="0"/>
          </a:xfrm>
          <a:prstGeom prst="straightConnector1">
            <a:avLst/>
          </a:prstGeom>
          <a:noFill/>
          <a:ln cap="flat" cmpd="sng" w="9525">
            <a:solidFill>
              <a:schemeClr val="accent5"/>
            </a:solidFill>
            <a:prstDash val="solid"/>
            <a:round/>
            <a:headEnd len="sm" w="sm" type="none"/>
            <a:tailEnd len="sm" w="sm" type="none"/>
          </a:ln>
        </p:spPr>
      </p:cxnSp>
      <p:sp>
        <p:nvSpPr>
          <p:cNvPr id="623" name="Google Shape;623;p59"/>
          <p:cNvSpPr txBox="1"/>
          <p:nvPr/>
        </p:nvSpPr>
        <p:spPr>
          <a:xfrm>
            <a:off x="228600" y="236398"/>
            <a:ext cx="2947500" cy="175800"/>
          </a:xfrm>
          <a:prstGeom prst="rect">
            <a:avLst/>
          </a:prstGeom>
          <a:noFill/>
          <a:ln>
            <a:noFill/>
          </a:ln>
        </p:spPr>
        <p:txBody>
          <a:bodyPr anchorCtr="0" anchor="ctr" bIns="0" lIns="0" spcFirstLastPara="1" rIns="91425" wrap="square" tIns="0">
            <a:noAutofit/>
          </a:bodyPr>
          <a:lstStyle/>
          <a:p>
            <a:pPr indent="0" lvl="0" marL="0" rtl="0" algn="l">
              <a:lnSpc>
                <a:spcPct val="90000"/>
              </a:lnSpc>
              <a:spcBef>
                <a:spcPts val="0"/>
              </a:spcBef>
              <a:spcAft>
                <a:spcPts val="0"/>
              </a:spcAft>
              <a:buNone/>
            </a:pPr>
            <a:r>
              <a:rPr lang="en" sz="1000">
                <a:solidFill>
                  <a:schemeClr val="lt1"/>
                </a:solidFill>
                <a:latin typeface="Red Hat Display"/>
                <a:ea typeface="Red Hat Display"/>
                <a:cs typeface="Red Hat Display"/>
                <a:sym typeface="Red Hat Display"/>
              </a:rPr>
              <a:t>Logo</a:t>
            </a:r>
            <a:endParaRPr sz="1000">
              <a:solidFill>
                <a:schemeClr val="lt1"/>
              </a:solidFill>
              <a:latin typeface="Red Hat Display"/>
              <a:ea typeface="Red Hat Display"/>
              <a:cs typeface="Red Hat Display"/>
              <a:sym typeface="Red Hat Display"/>
            </a:endParaRPr>
          </a:p>
        </p:txBody>
      </p:sp>
      <p:sp>
        <p:nvSpPr>
          <p:cNvPr id="624" name="Google Shape;624;p59"/>
          <p:cNvSpPr txBox="1"/>
          <p:nvPr>
            <p:ph type="title"/>
          </p:nvPr>
        </p:nvSpPr>
        <p:spPr>
          <a:xfrm>
            <a:off x="228600" y="420017"/>
            <a:ext cx="6480300" cy="4617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lang="en"/>
              <a:t>What will AI do?</a:t>
            </a:r>
            <a:endParaRPr/>
          </a:p>
        </p:txBody>
      </p:sp>
      <p:sp>
        <p:nvSpPr>
          <p:cNvPr id="625" name="Google Shape;625;p59"/>
          <p:cNvSpPr txBox="1"/>
          <p:nvPr>
            <p:ph idx="1" type="subTitle"/>
          </p:nvPr>
        </p:nvSpPr>
        <p:spPr>
          <a:xfrm>
            <a:off x="540525" y="1771575"/>
            <a:ext cx="2325000" cy="5877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sz="1800"/>
              <a:t>Image </a:t>
            </a:r>
            <a:r>
              <a:rPr lang="en" sz="1800"/>
              <a:t>Analyzer</a:t>
            </a:r>
            <a:r>
              <a:rPr lang="en" sz="1800"/>
              <a:t> </a:t>
            </a:r>
            <a:endParaRPr sz="1800"/>
          </a:p>
        </p:txBody>
      </p:sp>
      <p:sp>
        <p:nvSpPr>
          <p:cNvPr id="626" name="Google Shape;626;p59"/>
          <p:cNvSpPr txBox="1"/>
          <p:nvPr>
            <p:ph idx="2" type="subTitle"/>
          </p:nvPr>
        </p:nvSpPr>
        <p:spPr>
          <a:xfrm>
            <a:off x="540525" y="2628023"/>
            <a:ext cx="2199000" cy="1445100"/>
          </a:xfrm>
          <a:prstGeom prst="rect">
            <a:avLst/>
          </a:prstGeom>
        </p:spPr>
        <p:txBody>
          <a:bodyPr anchorCtr="0" anchor="t" bIns="91425" lIns="0" spcFirstLastPara="1" rIns="91425" wrap="square" tIns="0">
            <a:noAutofit/>
          </a:bodyPr>
          <a:lstStyle/>
          <a:p>
            <a:pPr indent="-124714" lvl="0" marL="192024" rtl="0" algn="l">
              <a:lnSpc>
                <a:spcPct val="115000"/>
              </a:lnSpc>
              <a:spcBef>
                <a:spcPts val="0"/>
              </a:spcBef>
              <a:spcAft>
                <a:spcPts val="0"/>
              </a:spcAft>
              <a:buSzPts val="1100"/>
              <a:buFont typeface="Red Hat Display"/>
              <a:buChar char="➔"/>
            </a:pPr>
            <a:r>
              <a:rPr lang="en" sz="1100"/>
              <a:t>Computer </a:t>
            </a:r>
            <a:r>
              <a:rPr lang="en" sz="1100"/>
              <a:t>Vision to classify ingredients</a:t>
            </a:r>
            <a:r>
              <a:rPr lang="en" sz="1100"/>
              <a:t> </a:t>
            </a:r>
            <a:endParaRPr sz="1100"/>
          </a:p>
          <a:p>
            <a:pPr indent="-124714" lvl="0" marL="192024" rtl="0" algn="l">
              <a:lnSpc>
                <a:spcPct val="115000"/>
              </a:lnSpc>
              <a:spcBef>
                <a:spcPts val="0"/>
              </a:spcBef>
              <a:spcAft>
                <a:spcPts val="0"/>
              </a:spcAft>
              <a:buSzPts val="1100"/>
              <a:buFont typeface="Arial"/>
              <a:buChar char="➔"/>
            </a:pPr>
            <a:r>
              <a:rPr lang="en" sz="1100"/>
              <a:t>One photo of multiple </a:t>
            </a:r>
            <a:r>
              <a:rPr lang="en" sz="1100"/>
              <a:t>ingredients</a:t>
            </a:r>
            <a:endParaRPr sz="1100"/>
          </a:p>
          <a:p>
            <a:pPr indent="-124714" lvl="0" marL="192024" rtl="0" algn="l">
              <a:lnSpc>
                <a:spcPct val="115000"/>
              </a:lnSpc>
              <a:spcBef>
                <a:spcPts val="0"/>
              </a:spcBef>
              <a:spcAft>
                <a:spcPts val="0"/>
              </a:spcAft>
              <a:buSzPts val="1100"/>
              <a:buFont typeface="Arial"/>
              <a:buChar char="➔"/>
            </a:pPr>
            <a:r>
              <a:rPr lang="en" sz="1100"/>
              <a:t>Scan </a:t>
            </a:r>
            <a:r>
              <a:rPr lang="en" sz="1100"/>
              <a:t>labels</a:t>
            </a:r>
            <a:r>
              <a:rPr lang="en" sz="1100"/>
              <a:t> to </a:t>
            </a:r>
            <a:r>
              <a:rPr lang="en" sz="1100"/>
              <a:t>retrieve</a:t>
            </a:r>
            <a:r>
              <a:rPr lang="en" sz="1100"/>
              <a:t> information</a:t>
            </a:r>
            <a:endParaRPr sz="1100"/>
          </a:p>
        </p:txBody>
      </p:sp>
      <p:sp>
        <p:nvSpPr>
          <p:cNvPr id="627" name="Google Shape;627;p59"/>
          <p:cNvSpPr txBox="1"/>
          <p:nvPr>
            <p:ph idx="3" type="subTitle"/>
          </p:nvPr>
        </p:nvSpPr>
        <p:spPr>
          <a:xfrm>
            <a:off x="3466575" y="1771575"/>
            <a:ext cx="2325000" cy="5877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sz="1800"/>
              <a:t>Meal Suggestions</a:t>
            </a:r>
            <a:endParaRPr sz="1800"/>
          </a:p>
        </p:txBody>
      </p:sp>
      <p:sp>
        <p:nvSpPr>
          <p:cNvPr id="628" name="Google Shape;628;p59"/>
          <p:cNvSpPr txBox="1"/>
          <p:nvPr>
            <p:ph idx="4" type="subTitle"/>
          </p:nvPr>
        </p:nvSpPr>
        <p:spPr>
          <a:xfrm>
            <a:off x="3425550" y="2628017"/>
            <a:ext cx="2199000" cy="587700"/>
          </a:xfrm>
          <a:prstGeom prst="rect">
            <a:avLst/>
          </a:prstGeom>
        </p:spPr>
        <p:txBody>
          <a:bodyPr anchorCtr="0" anchor="t" bIns="91425" lIns="0" spcFirstLastPara="1" rIns="91425" wrap="square" tIns="0">
            <a:noAutofit/>
          </a:bodyPr>
          <a:lstStyle/>
          <a:p>
            <a:pPr indent="-124714" lvl="0" marL="192024" rtl="0" algn="l">
              <a:lnSpc>
                <a:spcPct val="115000"/>
              </a:lnSpc>
              <a:spcBef>
                <a:spcPts val="0"/>
              </a:spcBef>
              <a:spcAft>
                <a:spcPts val="0"/>
              </a:spcAft>
              <a:buSzPts val="1100"/>
              <a:buFont typeface="Red Hat Display"/>
              <a:buChar char="➔"/>
            </a:pPr>
            <a:r>
              <a:rPr lang="en" sz="1100"/>
              <a:t>Feed an LLM with the ingredients and suggest what can be made</a:t>
            </a:r>
            <a:endParaRPr sz="1100"/>
          </a:p>
        </p:txBody>
      </p:sp>
      <p:sp>
        <p:nvSpPr>
          <p:cNvPr id="629" name="Google Shape;629;p59"/>
          <p:cNvSpPr txBox="1"/>
          <p:nvPr>
            <p:ph idx="5" type="subTitle"/>
          </p:nvPr>
        </p:nvSpPr>
        <p:spPr>
          <a:xfrm>
            <a:off x="6392625" y="1771575"/>
            <a:ext cx="2325000" cy="5877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sz="1800"/>
              <a:t>Generate Recipes </a:t>
            </a:r>
            <a:endParaRPr sz="1800"/>
          </a:p>
        </p:txBody>
      </p:sp>
      <p:sp>
        <p:nvSpPr>
          <p:cNvPr id="630" name="Google Shape;630;p59"/>
          <p:cNvSpPr txBox="1"/>
          <p:nvPr>
            <p:ph idx="6" type="subTitle"/>
          </p:nvPr>
        </p:nvSpPr>
        <p:spPr>
          <a:xfrm>
            <a:off x="6392625" y="2628032"/>
            <a:ext cx="2264400" cy="1136400"/>
          </a:xfrm>
          <a:prstGeom prst="rect">
            <a:avLst/>
          </a:prstGeom>
        </p:spPr>
        <p:txBody>
          <a:bodyPr anchorCtr="0" anchor="t" bIns="91425" lIns="0" spcFirstLastPara="1" rIns="91425" wrap="square" tIns="0">
            <a:noAutofit/>
          </a:bodyPr>
          <a:lstStyle/>
          <a:p>
            <a:pPr indent="-124714" lvl="0" marL="192024" rtl="0" algn="l">
              <a:lnSpc>
                <a:spcPct val="115000"/>
              </a:lnSpc>
              <a:spcBef>
                <a:spcPts val="0"/>
              </a:spcBef>
              <a:spcAft>
                <a:spcPts val="0"/>
              </a:spcAft>
              <a:buSzPts val="1100"/>
              <a:buFont typeface="Red Hat Display"/>
              <a:buChar char="➔"/>
            </a:pPr>
            <a:r>
              <a:rPr lang="en" sz="1100"/>
              <a:t>Provide users with step by step instructions</a:t>
            </a:r>
            <a:endParaRPr sz="1100"/>
          </a:p>
          <a:p>
            <a:pPr indent="-124714" lvl="0" marL="192024" rtl="0" algn="l">
              <a:lnSpc>
                <a:spcPct val="115000"/>
              </a:lnSpc>
              <a:spcBef>
                <a:spcPts val="0"/>
              </a:spcBef>
              <a:spcAft>
                <a:spcPts val="0"/>
              </a:spcAft>
              <a:buSzPts val="1100"/>
              <a:buFont typeface="Arial"/>
              <a:buChar char="➔"/>
            </a:pPr>
            <a:r>
              <a:rPr lang="en" sz="1100"/>
              <a:t>Take into account the cooking method </a:t>
            </a:r>
            <a:r>
              <a:rPr lang="en" sz="1100"/>
              <a:t>available</a:t>
            </a:r>
            <a:r>
              <a:rPr lang="en" sz="1100"/>
              <a:t> ie a stove, oven or microwave. </a:t>
            </a:r>
            <a:endParaRPr sz="11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4" name="Shape 634"/>
        <p:cNvGrpSpPr/>
        <p:nvPr/>
      </p:nvGrpSpPr>
      <p:grpSpPr>
        <a:xfrm>
          <a:off x="0" y="0"/>
          <a:ext cx="0" cy="0"/>
          <a:chOff x="0" y="0"/>
          <a:chExt cx="0" cy="0"/>
        </a:xfrm>
      </p:grpSpPr>
      <p:sp>
        <p:nvSpPr>
          <p:cNvPr id="635" name="Google Shape;635;p60"/>
          <p:cNvSpPr txBox="1"/>
          <p:nvPr>
            <p:ph type="title"/>
          </p:nvPr>
        </p:nvSpPr>
        <p:spPr>
          <a:xfrm>
            <a:off x="2964650" y="599656"/>
            <a:ext cx="5760900" cy="5877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t>Why it’s the right tool?</a:t>
            </a:r>
            <a:endParaRPr/>
          </a:p>
        </p:txBody>
      </p:sp>
      <p:sp>
        <p:nvSpPr>
          <p:cNvPr id="636" name="Google Shape;636;p60"/>
          <p:cNvSpPr txBox="1"/>
          <p:nvPr>
            <p:ph idx="1" type="subTitle"/>
          </p:nvPr>
        </p:nvSpPr>
        <p:spPr>
          <a:xfrm>
            <a:off x="2879425" y="1315675"/>
            <a:ext cx="5760900" cy="26934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t>Computer vision is the right solution for ingredient detection because we need to identify and classify multiple ingredients within a single image frame.</a:t>
            </a:r>
            <a:endParaRPr/>
          </a:p>
          <a:p>
            <a:pPr indent="0" lvl="0" marL="0" rtl="0" algn="l">
              <a:lnSpc>
                <a:spcPct val="115000"/>
              </a:lnSpc>
              <a:spcBef>
                <a:spcPts val="1200"/>
              </a:spcBef>
              <a:spcAft>
                <a:spcPts val="0"/>
              </a:spcAft>
              <a:buNone/>
            </a:pPr>
            <a:r>
              <a:rPr lang="en"/>
              <a:t>When ingredients are already combined in a dish, image segmentation allows us to isolate and analyze individual components more accurately.</a:t>
            </a:r>
            <a:endParaRPr/>
          </a:p>
          <a:p>
            <a:pPr indent="0" lvl="0" marL="0" rtl="0" algn="l">
              <a:lnSpc>
                <a:spcPct val="115000"/>
              </a:lnSpc>
              <a:spcBef>
                <a:spcPts val="1200"/>
              </a:spcBef>
              <a:spcAft>
                <a:spcPts val="0"/>
              </a:spcAft>
              <a:buNone/>
            </a:pPr>
            <a:r>
              <a:rPr lang="en"/>
              <a:t>Rather than relying on a static recipe database, we can leverage a Large Language Model (LLM) trained on food related data to dynamically generate meal ideas based on detected ingredients.</a:t>
            </a:r>
            <a:endParaRPr/>
          </a:p>
          <a:p>
            <a:pPr indent="0" lvl="0" marL="0" rtl="0" algn="l">
              <a:lnSpc>
                <a:spcPct val="115000"/>
              </a:lnSpc>
              <a:spcBef>
                <a:spcPts val="1200"/>
              </a:spcBef>
              <a:spcAft>
                <a:spcPts val="0"/>
              </a:spcAft>
              <a:buNone/>
            </a:pPr>
            <a:r>
              <a:rPr lang="en"/>
              <a:t>However, for precise nutritional analysis, AI-generated estimates may introduce inaccuracies. To ensure reliability, integrating a trusted nutrition API is the best practice.</a:t>
            </a:r>
            <a:endParaRPr/>
          </a:p>
          <a:p>
            <a:pPr indent="0" lvl="0" marL="0" rtl="0" algn="l">
              <a:spcBef>
                <a:spcPts val="120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0" name="Shape 640"/>
        <p:cNvGrpSpPr/>
        <p:nvPr/>
      </p:nvGrpSpPr>
      <p:grpSpPr>
        <a:xfrm>
          <a:off x="0" y="0"/>
          <a:ext cx="0" cy="0"/>
          <a:chOff x="0" y="0"/>
          <a:chExt cx="0" cy="0"/>
        </a:xfrm>
      </p:grpSpPr>
      <p:pic>
        <p:nvPicPr>
          <p:cNvPr descr="can you stick with the presentation background" id="641" name="Google Shape;641;p61"/>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5" name="Shape 645"/>
        <p:cNvGrpSpPr/>
        <p:nvPr/>
      </p:nvGrpSpPr>
      <p:grpSpPr>
        <a:xfrm>
          <a:off x="0" y="0"/>
          <a:ext cx="0" cy="0"/>
          <a:chOff x="0" y="0"/>
          <a:chExt cx="0" cy="0"/>
        </a:xfrm>
      </p:grpSpPr>
      <p:sp>
        <p:nvSpPr>
          <p:cNvPr id="646" name="Google Shape;646;p62"/>
          <p:cNvSpPr txBox="1"/>
          <p:nvPr>
            <p:ph type="title"/>
          </p:nvPr>
        </p:nvSpPr>
        <p:spPr>
          <a:xfrm>
            <a:off x="2968800" y="228588"/>
            <a:ext cx="5946600" cy="17931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t>Data Plan (What data? How collected? Privacy?)</a:t>
            </a:r>
            <a:endParaRPr/>
          </a:p>
          <a:p>
            <a:pPr indent="0" lvl="0" marL="0" rtl="0" algn="l">
              <a:spcBef>
                <a:spcPts val="0"/>
              </a:spcBef>
              <a:spcAft>
                <a:spcPts val="0"/>
              </a:spcAft>
              <a:buNone/>
            </a:pPr>
            <a:r>
              <a:t/>
            </a:r>
            <a:endParaRPr/>
          </a:p>
        </p:txBody>
      </p:sp>
      <p:sp>
        <p:nvSpPr>
          <p:cNvPr id="647" name="Google Shape;647;p62"/>
          <p:cNvSpPr txBox="1"/>
          <p:nvPr>
            <p:ph idx="1" type="subTitle"/>
          </p:nvPr>
        </p:nvSpPr>
        <p:spPr>
          <a:xfrm>
            <a:off x="2675825" y="1432550"/>
            <a:ext cx="2896500" cy="20859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a:t>What Data?</a:t>
            </a:r>
            <a:endParaRPr b="1"/>
          </a:p>
          <a:p>
            <a:pPr indent="-317500" lvl="0" marL="457200" rtl="0" algn="l">
              <a:spcBef>
                <a:spcPts val="0"/>
              </a:spcBef>
              <a:spcAft>
                <a:spcPts val="0"/>
              </a:spcAft>
              <a:buSzPts val="1400"/>
              <a:buChar char="●"/>
            </a:pPr>
            <a:r>
              <a:rPr lang="en"/>
              <a:t>User takes images of fridge/pantry items</a:t>
            </a:r>
            <a:br>
              <a:rPr lang="en"/>
            </a:br>
            <a:endParaRPr/>
          </a:p>
          <a:p>
            <a:pPr indent="-317500" lvl="0" marL="457200" rtl="0" algn="l">
              <a:spcBef>
                <a:spcPts val="0"/>
              </a:spcBef>
              <a:spcAft>
                <a:spcPts val="0"/>
              </a:spcAft>
              <a:buSzPts val="1400"/>
              <a:buChar char="●"/>
            </a:pPr>
            <a:r>
              <a:rPr lang="en"/>
              <a:t>Dietary restrictions, Cooking </a:t>
            </a:r>
            <a:r>
              <a:rPr lang="en"/>
              <a:t>equipment, and budget. </a:t>
            </a:r>
            <a:br>
              <a:rPr lang="en"/>
            </a:br>
            <a:endParaRPr/>
          </a:p>
          <a:p>
            <a:pPr indent="-317500" lvl="0" marL="457200" rtl="0" algn="l">
              <a:spcBef>
                <a:spcPts val="0"/>
              </a:spcBef>
              <a:spcAft>
                <a:spcPts val="0"/>
              </a:spcAft>
              <a:buSzPts val="1400"/>
              <a:buChar char="●"/>
            </a:pPr>
            <a:r>
              <a:rPr lang="en"/>
              <a:t>Recipes, Ingredient lists, and cost/time estimate by the AI</a:t>
            </a:r>
            <a:endParaRPr/>
          </a:p>
          <a:p>
            <a:pPr indent="0" lvl="0" marL="0" rtl="0" algn="l">
              <a:spcBef>
                <a:spcPts val="0"/>
              </a:spcBef>
              <a:spcAft>
                <a:spcPts val="0"/>
              </a:spcAft>
              <a:buNone/>
            </a:pPr>
            <a:r>
              <a:t/>
            </a:r>
            <a:endParaRPr/>
          </a:p>
        </p:txBody>
      </p:sp>
      <p:sp>
        <p:nvSpPr>
          <p:cNvPr id="648" name="Google Shape;648;p62"/>
          <p:cNvSpPr txBox="1"/>
          <p:nvPr>
            <p:ph idx="1" type="subTitle"/>
          </p:nvPr>
        </p:nvSpPr>
        <p:spPr>
          <a:xfrm>
            <a:off x="5572325" y="1432550"/>
            <a:ext cx="2896500" cy="20859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a:t>How it’s Collected?</a:t>
            </a:r>
            <a:endParaRPr b="1"/>
          </a:p>
          <a:p>
            <a:pPr indent="-317500" lvl="0" marL="457200" rtl="0" algn="l">
              <a:spcBef>
                <a:spcPts val="0"/>
              </a:spcBef>
              <a:spcAft>
                <a:spcPts val="0"/>
              </a:spcAft>
              <a:buSzPts val="1400"/>
              <a:buChar char="●"/>
            </a:pPr>
            <a:r>
              <a:rPr lang="en"/>
              <a:t>Images are captured and sent to the Backend</a:t>
            </a:r>
            <a:br>
              <a:rPr lang="en"/>
            </a:br>
            <a:endParaRPr/>
          </a:p>
          <a:p>
            <a:pPr indent="-317500" lvl="0" marL="457200" rtl="0" algn="l">
              <a:spcBef>
                <a:spcPts val="0"/>
              </a:spcBef>
              <a:spcAft>
                <a:spcPts val="0"/>
              </a:spcAft>
              <a:buSzPts val="1400"/>
              <a:buChar char="●"/>
            </a:pPr>
            <a:r>
              <a:rPr lang="en"/>
              <a:t>Computer Vision extracts data from the image</a:t>
            </a:r>
            <a:br>
              <a:rPr lang="en"/>
            </a:br>
            <a:endParaRPr/>
          </a:p>
          <a:p>
            <a:pPr indent="-317500" lvl="0" marL="457200" rtl="0" algn="l">
              <a:spcBef>
                <a:spcPts val="0"/>
              </a:spcBef>
              <a:spcAft>
                <a:spcPts val="0"/>
              </a:spcAft>
              <a:buSzPts val="1400"/>
              <a:buChar char="●"/>
            </a:pPr>
            <a:r>
              <a:rPr lang="en"/>
              <a:t>Store the text in our SQLite database. </a:t>
            </a:r>
            <a:endParaRPr/>
          </a:p>
        </p:txBody>
      </p:sp>
      <p:sp>
        <p:nvSpPr>
          <p:cNvPr id="649" name="Google Shape;649;p62"/>
          <p:cNvSpPr txBox="1"/>
          <p:nvPr>
            <p:ph idx="1" type="subTitle"/>
          </p:nvPr>
        </p:nvSpPr>
        <p:spPr>
          <a:xfrm>
            <a:off x="2020800" y="3518450"/>
            <a:ext cx="6894600" cy="16251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a:t>Privacy &amp; Ethics</a:t>
            </a:r>
            <a:endParaRPr b="1"/>
          </a:p>
          <a:p>
            <a:pPr indent="-317500" lvl="0" marL="457200" rtl="0" algn="l">
              <a:spcBef>
                <a:spcPts val="0"/>
              </a:spcBef>
              <a:spcAft>
                <a:spcPts val="0"/>
              </a:spcAft>
              <a:buSzPts val="1400"/>
              <a:buChar char="●"/>
            </a:pPr>
            <a:r>
              <a:rPr lang="en"/>
              <a:t>"We only store what we need." By deleting the actual photos after processing, we avoid accidentally storing sensitive info </a:t>
            </a:r>
            <a:br>
              <a:rPr lang="en"/>
            </a:br>
            <a:r>
              <a:rPr lang="en"/>
              <a:t>(like a family photo in the background of a fridge picture).</a:t>
            </a:r>
            <a:br>
              <a:rPr lang="en"/>
            </a:br>
            <a:endParaRPr/>
          </a:p>
          <a:p>
            <a:pPr indent="-317500" lvl="0" marL="457200" rtl="0" algn="l">
              <a:spcBef>
                <a:spcPts val="0"/>
              </a:spcBef>
              <a:spcAft>
                <a:spcPts val="0"/>
              </a:spcAft>
              <a:buSzPts val="1400"/>
              <a:buChar char="●"/>
            </a:pPr>
            <a:r>
              <a:rPr lang="en"/>
              <a:t>Users can clear their search history/saved recipes from the local database at any time.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3" name="Shape 653"/>
        <p:cNvGrpSpPr/>
        <p:nvPr/>
      </p:nvGrpSpPr>
      <p:grpSpPr>
        <a:xfrm>
          <a:off x="0" y="0"/>
          <a:ext cx="0" cy="0"/>
          <a:chOff x="0" y="0"/>
          <a:chExt cx="0" cy="0"/>
        </a:xfrm>
      </p:grpSpPr>
      <p:sp>
        <p:nvSpPr>
          <p:cNvPr id="654" name="Google Shape;654;p63"/>
          <p:cNvSpPr txBox="1"/>
          <p:nvPr>
            <p:ph idx="1" type="subTitle"/>
          </p:nvPr>
        </p:nvSpPr>
        <p:spPr>
          <a:xfrm>
            <a:off x="3621975" y="1568550"/>
            <a:ext cx="5293200" cy="25284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n"/>
              <a:t>These are what we plan on having being demoed by April 5th:</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Char char="●"/>
            </a:pPr>
            <a:r>
              <a:rPr lang="en"/>
              <a:t>Detect items from a fridge, whether by photo or in-person</a:t>
            </a:r>
            <a:endParaRPr/>
          </a:p>
          <a:p>
            <a:pPr indent="-317500" lvl="0" marL="457200" rtl="0" algn="l">
              <a:spcBef>
                <a:spcPts val="0"/>
              </a:spcBef>
              <a:spcAft>
                <a:spcPts val="0"/>
              </a:spcAft>
              <a:buSzPts val="1400"/>
              <a:buChar char="●"/>
            </a:pPr>
            <a:r>
              <a:rPr lang="en"/>
              <a:t>Sort items into possible meals or options which can be made into meals</a:t>
            </a:r>
            <a:endParaRPr/>
          </a:p>
          <a:p>
            <a:pPr indent="-317500" lvl="0" marL="457200" rtl="0" algn="l">
              <a:spcBef>
                <a:spcPts val="0"/>
              </a:spcBef>
              <a:spcAft>
                <a:spcPts val="0"/>
              </a:spcAft>
              <a:buSzPts val="1400"/>
              <a:buChar char="●"/>
            </a:pPr>
            <a:r>
              <a:rPr lang="en"/>
              <a:t>Ensure that all food can be made into meals; if not, then disposed of</a:t>
            </a:r>
            <a:endParaRPr/>
          </a:p>
          <a:p>
            <a:pPr indent="-317500" lvl="0" marL="457200" rtl="0" algn="l">
              <a:spcBef>
                <a:spcPts val="0"/>
              </a:spcBef>
              <a:spcAft>
                <a:spcPts val="0"/>
              </a:spcAft>
              <a:buSzPts val="1400"/>
              <a:buChar char="●"/>
            </a:pPr>
            <a:r>
              <a:rPr lang="en"/>
              <a:t>Keeping in mind the budget friendly meals as our basis for AI suggestion</a:t>
            </a:r>
            <a:endParaRPr/>
          </a:p>
          <a:p>
            <a:pPr indent="0" lvl="0" marL="0" rtl="0" algn="l">
              <a:spcBef>
                <a:spcPts val="0"/>
              </a:spcBef>
              <a:spcAft>
                <a:spcPts val="0"/>
              </a:spcAft>
              <a:buNone/>
            </a:pPr>
            <a:r>
              <a:t/>
            </a:r>
            <a:endParaRPr/>
          </a:p>
        </p:txBody>
      </p:sp>
      <p:sp>
        <p:nvSpPr>
          <p:cNvPr id="655" name="Google Shape;655;p63"/>
          <p:cNvSpPr txBox="1"/>
          <p:nvPr>
            <p:ph type="title"/>
          </p:nvPr>
        </p:nvSpPr>
        <p:spPr>
          <a:xfrm>
            <a:off x="3622100" y="816925"/>
            <a:ext cx="5293200" cy="5877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t>MVP Scope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9" name="Shape 659"/>
        <p:cNvGrpSpPr/>
        <p:nvPr/>
      </p:nvGrpSpPr>
      <p:grpSpPr>
        <a:xfrm>
          <a:off x="0" y="0"/>
          <a:ext cx="0" cy="0"/>
          <a:chOff x="0" y="0"/>
          <a:chExt cx="0" cy="0"/>
        </a:xfrm>
      </p:grpSpPr>
      <p:sp>
        <p:nvSpPr>
          <p:cNvPr id="660" name="Google Shape;660;p64"/>
          <p:cNvSpPr/>
          <p:nvPr/>
        </p:nvSpPr>
        <p:spPr>
          <a:xfrm>
            <a:off x="1344100" y="1565850"/>
            <a:ext cx="2947500" cy="1285500"/>
          </a:xfrm>
          <a:prstGeom prst="snip1Rect">
            <a:avLst>
              <a:gd fmla="val 18586"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661" name="Google Shape;661;p64"/>
          <p:cNvSpPr/>
          <p:nvPr/>
        </p:nvSpPr>
        <p:spPr>
          <a:xfrm>
            <a:off x="5735275" y="1565850"/>
            <a:ext cx="2947500" cy="1285500"/>
          </a:xfrm>
          <a:prstGeom prst="snip1Rect">
            <a:avLst>
              <a:gd fmla="val 18586"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662" name="Google Shape;662;p64"/>
          <p:cNvSpPr/>
          <p:nvPr/>
        </p:nvSpPr>
        <p:spPr>
          <a:xfrm>
            <a:off x="1344100" y="3046375"/>
            <a:ext cx="2947500" cy="1285500"/>
          </a:xfrm>
          <a:prstGeom prst="snip1Rect">
            <a:avLst>
              <a:gd fmla="val 18586"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663" name="Google Shape;663;p64"/>
          <p:cNvSpPr/>
          <p:nvPr/>
        </p:nvSpPr>
        <p:spPr>
          <a:xfrm>
            <a:off x="632200" y="3046375"/>
            <a:ext cx="711900" cy="1272000"/>
          </a:xfrm>
          <a:prstGeom prst="snip2DiagRect">
            <a:avLst>
              <a:gd fmla="val 0" name="adj1"/>
              <a:gd fmla="val 40297" name="adj2"/>
            </a:avLst>
          </a:prstGeom>
          <a:solidFill>
            <a:schemeClr val="dk1"/>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664" name="Google Shape;664;p64"/>
          <p:cNvSpPr/>
          <p:nvPr/>
        </p:nvSpPr>
        <p:spPr>
          <a:xfrm>
            <a:off x="5735275" y="3046375"/>
            <a:ext cx="2947500" cy="1285500"/>
          </a:xfrm>
          <a:prstGeom prst="snip1Rect">
            <a:avLst>
              <a:gd fmla="val 18586"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665" name="Google Shape;665;p64"/>
          <p:cNvSpPr/>
          <p:nvPr/>
        </p:nvSpPr>
        <p:spPr>
          <a:xfrm>
            <a:off x="632200" y="1572600"/>
            <a:ext cx="711900" cy="1272000"/>
          </a:xfrm>
          <a:prstGeom prst="snip2DiagRect">
            <a:avLst>
              <a:gd fmla="val 0" name="adj1"/>
              <a:gd fmla="val 40297" name="adj2"/>
            </a:avLst>
          </a:prstGeom>
          <a:solidFill>
            <a:schemeClr val="dk1"/>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666" name="Google Shape;666;p64"/>
          <p:cNvSpPr/>
          <p:nvPr/>
        </p:nvSpPr>
        <p:spPr>
          <a:xfrm>
            <a:off x="5023375" y="3046375"/>
            <a:ext cx="711900" cy="1272000"/>
          </a:xfrm>
          <a:prstGeom prst="snip2DiagRect">
            <a:avLst>
              <a:gd fmla="val 0" name="adj1"/>
              <a:gd fmla="val 40297" name="adj2"/>
            </a:avLst>
          </a:prstGeom>
          <a:solidFill>
            <a:schemeClr val="dk1"/>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667" name="Google Shape;667;p64"/>
          <p:cNvSpPr/>
          <p:nvPr/>
        </p:nvSpPr>
        <p:spPr>
          <a:xfrm>
            <a:off x="5023375" y="1572600"/>
            <a:ext cx="711900" cy="1272000"/>
          </a:xfrm>
          <a:prstGeom prst="snip2DiagRect">
            <a:avLst>
              <a:gd fmla="val 0" name="adj1"/>
              <a:gd fmla="val 40297" name="adj2"/>
            </a:avLst>
          </a:prstGeom>
          <a:solidFill>
            <a:schemeClr val="dk1"/>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668" name="Google Shape;668;p64"/>
          <p:cNvSpPr txBox="1"/>
          <p:nvPr>
            <p:ph type="title"/>
          </p:nvPr>
        </p:nvSpPr>
        <p:spPr>
          <a:xfrm>
            <a:off x="609600" y="724825"/>
            <a:ext cx="5121000" cy="4617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lang="en"/>
              <a:t>Risk and Ethics</a:t>
            </a:r>
            <a:endParaRPr/>
          </a:p>
        </p:txBody>
      </p:sp>
      <p:sp>
        <p:nvSpPr>
          <p:cNvPr id="669" name="Google Shape;669;p64"/>
          <p:cNvSpPr txBox="1"/>
          <p:nvPr>
            <p:ph idx="2" type="subTitle"/>
          </p:nvPr>
        </p:nvSpPr>
        <p:spPr>
          <a:xfrm>
            <a:off x="637000" y="1820550"/>
            <a:ext cx="702300" cy="7761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1</a:t>
            </a:r>
            <a:endParaRPr/>
          </a:p>
        </p:txBody>
      </p:sp>
      <p:sp>
        <p:nvSpPr>
          <p:cNvPr id="670" name="Google Shape;670;p64"/>
          <p:cNvSpPr txBox="1"/>
          <p:nvPr>
            <p:ph idx="3" type="subTitle"/>
          </p:nvPr>
        </p:nvSpPr>
        <p:spPr>
          <a:xfrm>
            <a:off x="637000" y="3294325"/>
            <a:ext cx="702300" cy="7761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2</a:t>
            </a:r>
            <a:endParaRPr/>
          </a:p>
        </p:txBody>
      </p:sp>
      <p:sp>
        <p:nvSpPr>
          <p:cNvPr id="671" name="Google Shape;671;p64"/>
          <p:cNvSpPr txBox="1"/>
          <p:nvPr>
            <p:ph idx="4" type="subTitle"/>
          </p:nvPr>
        </p:nvSpPr>
        <p:spPr>
          <a:xfrm>
            <a:off x="5028175" y="1820550"/>
            <a:ext cx="702300" cy="7761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3</a:t>
            </a:r>
            <a:endParaRPr/>
          </a:p>
        </p:txBody>
      </p:sp>
      <p:sp>
        <p:nvSpPr>
          <p:cNvPr id="672" name="Google Shape;672;p64"/>
          <p:cNvSpPr txBox="1"/>
          <p:nvPr>
            <p:ph idx="5" type="subTitle"/>
          </p:nvPr>
        </p:nvSpPr>
        <p:spPr>
          <a:xfrm>
            <a:off x="5028175" y="3294325"/>
            <a:ext cx="702300" cy="7761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4</a:t>
            </a:r>
            <a:endParaRPr/>
          </a:p>
        </p:txBody>
      </p:sp>
      <p:sp>
        <p:nvSpPr>
          <p:cNvPr id="673" name="Google Shape;673;p64"/>
          <p:cNvSpPr txBox="1"/>
          <p:nvPr>
            <p:ph idx="6" type="subTitle"/>
          </p:nvPr>
        </p:nvSpPr>
        <p:spPr>
          <a:xfrm>
            <a:off x="1546000" y="1807825"/>
            <a:ext cx="2477700" cy="5877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Misuse of app/AI for not its intended purpose. Taking picture of things that are not food</a:t>
            </a:r>
            <a:endParaRPr/>
          </a:p>
        </p:txBody>
      </p:sp>
      <p:sp>
        <p:nvSpPr>
          <p:cNvPr id="674" name="Google Shape;674;p64"/>
          <p:cNvSpPr txBox="1"/>
          <p:nvPr>
            <p:ph idx="7" type="subTitle"/>
          </p:nvPr>
        </p:nvSpPr>
        <p:spPr>
          <a:xfrm>
            <a:off x="1546000" y="3288350"/>
            <a:ext cx="2477700" cy="7761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Data exposure can expose </a:t>
            </a:r>
            <a:r>
              <a:rPr lang="en"/>
              <a:t>sensitive</a:t>
            </a:r>
            <a:r>
              <a:rPr lang="en"/>
              <a:t> information with the picture you take. Only store </a:t>
            </a:r>
            <a:r>
              <a:rPr lang="en"/>
              <a:t>relevant</a:t>
            </a:r>
            <a:r>
              <a:rPr lang="en"/>
              <a:t> data </a:t>
            </a:r>
            <a:endParaRPr/>
          </a:p>
        </p:txBody>
      </p:sp>
      <p:sp>
        <p:nvSpPr>
          <p:cNvPr id="675" name="Google Shape;675;p64"/>
          <p:cNvSpPr txBox="1"/>
          <p:nvPr>
            <p:ph idx="8" type="subTitle"/>
          </p:nvPr>
        </p:nvSpPr>
        <p:spPr>
          <a:xfrm>
            <a:off x="5937175" y="1807825"/>
            <a:ext cx="2477700" cy="5877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Bias in the AI on what types of meal it generates. We do not want the meals to be for one specific </a:t>
            </a:r>
            <a:r>
              <a:rPr lang="en"/>
              <a:t>demographic</a:t>
            </a:r>
            <a:r>
              <a:rPr lang="en"/>
              <a:t> </a:t>
            </a:r>
            <a:endParaRPr/>
          </a:p>
        </p:txBody>
      </p:sp>
      <p:sp>
        <p:nvSpPr>
          <p:cNvPr id="676" name="Google Shape;676;p64"/>
          <p:cNvSpPr txBox="1"/>
          <p:nvPr>
            <p:ph idx="9" type="subTitle"/>
          </p:nvPr>
        </p:nvSpPr>
        <p:spPr>
          <a:xfrm>
            <a:off x="5937175" y="3288350"/>
            <a:ext cx="2477700" cy="7761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Hallucinations </a:t>
            </a:r>
            <a:r>
              <a:rPr lang="en"/>
              <a:t>like</a:t>
            </a:r>
            <a:r>
              <a:rPr lang="en"/>
              <a:t> the CV seeing the wrong ingredients. Food safety proper cooking </a:t>
            </a:r>
            <a:r>
              <a:rPr lang="en"/>
              <a:t>temperatures</a:t>
            </a:r>
            <a:r>
              <a:rPr lang="en"/>
              <a:t> and not eating expired food</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0" name="Shape 680"/>
        <p:cNvGrpSpPr/>
        <p:nvPr/>
      </p:nvGrpSpPr>
      <p:grpSpPr>
        <a:xfrm>
          <a:off x="0" y="0"/>
          <a:ext cx="0" cy="0"/>
          <a:chOff x="0" y="0"/>
          <a:chExt cx="0" cy="0"/>
        </a:xfrm>
      </p:grpSpPr>
      <p:sp>
        <p:nvSpPr>
          <p:cNvPr id="681" name="Google Shape;681;p65"/>
          <p:cNvSpPr/>
          <p:nvPr/>
        </p:nvSpPr>
        <p:spPr>
          <a:xfrm>
            <a:off x="351700" y="2429588"/>
            <a:ext cx="1500900" cy="276600"/>
          </a:xfrm>
          <a:prstGeom prst="snip2DiagRect">
            <a:avLst>
              <a:gd fmla="val 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1000">
              <a:solidFill>
                <a:schemeClr val="dk2"/>
              </a:solidFill>
              <a:latin typeface="Red Hat Display SemiBold"/>
              <a:ea typeface="Red Hat Display SemiBold"/>
              <a:cs typeface="Red Hat Display SemiBold"/>
              <a:sym typeface="Red Hat Display SemiBold"/>
            </a:endParaRPr>
          </a:p>
        </p:txBody>
      </p:sp>
      <p:sp>
        <p:nvSpPr>
          <p:cNvPr id="682" name="Google Shape;682;p65"/>
          <p:cNvSpPr/>
          <p:nvPr/>
        </p:nvSpPr>
        <p:spPr>
          <a:xfrm>
            <a:off x="3315050" y="2429588"/>
            <a:ext cx="1500900" cy="276600"/>
          </a:xfrm>
          <a:prstGeom prst="snip2DiagRect">
            <a:avLst>
              <a:gd fmla="val 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1000">
              <a:solidFill>
                <a:schemeClr val="dk2"/>
              </a:solidFill>
              <a:latin typeface="Red Hat Display SemiBold"/>
              <a:ea typeface="Red Hat Display SemiBold"/>
              <a:cs typeface="Red Hat Display SemiBold"/>
              <a:sym typeface="Red Hat Display SemiBold"/>
            </a:endParaRPr>
          </a:p>
        </p:txBody>
      </p:sp>
      <p:sp>
        <p:nvSpPr>
          <p:cNvPr id="683" name="Google Shape;683;p65"/>
          <p:cNvSpPr/>
          <p:nvPr/>
        </p:nvSpPr>
        <p:spPr>
          <a:xfrm>
            <a:off x="6278400" y="2429588"/>
            <a:ext cx="1500900" cy="276600"/>
          </a:xfrm>
          <a:prstGeom prst="snip2DiagRect">
            <a:avLst>
              <a:gd fmla="val 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1000">
              <a:solidFill>
                <a:schemeClr val="dk2"/>
              </a:solidFill>
              <a:latin typeface="Red Hat Display SemiBold"/>
              <a:ea typeface="Red Hat Display SemiBold"/>
              <a:cs typeface="Red Hat Display SemiBold"/>
              <a:sym typeface="Red Hat Display SemiBold"/>
            </a:endParaRPr>
          </a:p>
        </p:txBody>
      </p:sp>
      <p:sp>
        <p:nvSpPr>
          <p:cNvPr id="684" name="Google Shape;684;p65"/>
          <p:cNvSpPr txBox="1"/>
          <p:nvPr/>
        </p:nvSpPr>
        <p:spPr>
          <a:xfrm>
            <a:off x="7128612" y="4793629"/>
            <a:ext cx="1730700" cy="175800"/>
          </a:xfrm>
          <a:prstGeom prst="rect">
            <a:avLst/>
          </a:prstGeom>
          <a:noFill/>
          <a:ln>
            <a:noFill/>
          </a:ln>
        </p:spPr>
        <p:txBody>
          <a:bodyPr anchorCtr="0" anchor="ctr" bIns="0" lIns="0" spcFirstLastPara="1" rIns="0" wrap="square" tIns="0">
            <a:noAutofit/>
          </a:bodyPr>
          <a:lstStyle/>
          <a:p>
            <a:pPr indent="0" lvl="0" marL="0" rtl="0" algn="r">
              <a:lnSpc>
                <a:spcPct val="90000"/>
              </a:lnSpc>
              <a:spcBef>
                <a:spcPts val="0"/>
              </a:spcBef>
              <a:spcAft>
                <a:spcPts val="0"/>
              </a:spcAft>
              <a:buNone/>
            </a:pPr>
            <a:r>
              <a:rPr lang="en" sz="800">
                <a:solidFill>
                  <a:schemeClr val="lt2"/>
                </a:solidFill>
                <a:latin typeface="Red Hat Display"/>
                <a:ea typeface="Red Hat Display"/>
                <a:cs typeface="Red Hat Display"/>
                <a:sym typeface="Red Hat Display"/>
              </a:rPr>
              <a:t>Month Year</a:t>
            </a:r>
            <a:endParaRPr sz="800">
              <a:solidFill>
                <a:schemeClr val="lt2"/>
              </a:solidFill>
              <a:latin typeface="Red Hat Display"/>
              <a:ea typeface="Red Hat Display"/>
              <a:cs typeface="Red Hat Display"/>
              <a:sym typeface="Red Hat Display"/>
            </a:endParaRPr>
          </a:p>
        </p:txBody>
      </p:sp>
      <p:sp>
        <p:nvSpPr>
          <p:cNvPr id="685" name="Google Shape;685;p65"/>
          <p:cNvSpPr txBox="1"/>
          <p:nvPr>
            <p:ph type="title"/>
          </p:nvPr>
        </p:nvSpPr>
        <p:spPr>
          <a:xfrm>
            <a:off x="609600" y="724825"/>
            <a:ext cx="4015800" cy="7389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lang="en"/>
              <a:t>Success Metrics &amp; Evaluation Plan</a:t>
            </a:r>
            <a:endParaRPr/>
          </a:p>
          <a:p>
            <a:pPr indent="0" lvl="0" marL="0" rtl="0" algn="l">
              <a:spcBef>
                <a:spcPts val="0"/>
              </a:spcBef>
              <a:spcAft>
                <a:spcPts val="0"/>
              </a:spcAft>
              <a:buNone/>
            </a:pPr>
            <a:r>
              <a:t/>
            </a:r>
            <a:endParaRPr/>
          </a:p>
        </p:txBody>
      </p:sp>
      <p:sp>
        <p:nvSpPr>
          <p:cNvPr id="686" name="Google Shape;686;p65"/>
          <p:cNvSpPr txBox="1"/>
          <p:nvPr>
            <p:ph idx="2" type="subTitle"/>
          </p:nvPr>
        </p:nvSpPr>
        <p:spPr>
          <a:xfrm>
            <a:off x="351700" y="2435600"/>
            <a:ext cx="1500900" cy="264600"/>
          </a:xfrm>
          <a:prstGeom prst="rect">
            <a:avLst/>
          </a:prstGeom>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n"/>
              <a:t>On Time</a:t>
            </a:r>
            <a:endParaRPr/>
          </a:p>
        </p:txBody>
      </p:sp>
      <p:sp>
        <p:nvSpPr>
          <p:cNvPr id="687" name="Google Shape;687;p65"/>
          <p:cNvSpPr txBox="1"/>
          <p:nvPr>
            <p:ph idx="3" type="subTitle"/>
          </p:nvPr>
        </p:nvSpPr>
        <p:spPr>
          <a:xfrm>
            <a:off x="3315050" y="2435600"/>
            <a:ext cx="1500900" cy="264600"/>
          </a:xfrm>
          <a:prstGeom prst="rect">
            <a:avLst/>
          </a:prstGeom>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n"/>
              <a:t>Track Progress</a:t>
            </a:r>
            <a:endParaRPr/>
          </a:p>
        </p:txBody>
      </p:sp>
      <p:sp>
        <p:nvSpPr>
          <p:cNvPr id="688" name="Google Shape;688;p65"/>
          <p:cNvSpPr txBox="1"/>
          <p:nvPr>
            <p:ph idx="4" type="subTitle"/>
          </p:nvPr>
        </p:nvSpPr>
        <p:spPr>
          <a:xfrm>
            <a:off x="6278400" y="2435600"/>
            <a:ext cx="1500900" cy="264600"/>
          </a:xfrm>
          <a:prstGeom prst="rect">
            <a:avLst/>
          </a:prstGeom>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n"/>
              <a:t>Sprints </a:t>
            </a:r>
            <a:endParaRPr/>
          </a:p>
        </p:txBody>
      </p:sp>
      <p:sp>
        <p:nvSpPr>
          <p:cNvPr id="689" name="Google Shape;689;p65"/>
          <p:cNvSpPr txBox="1"/>
          <p:nvPr>
            <p:ph idx="6" type="body"/>
          </p:nvPr>
        </p:nvSpPr>
        <p:spPr>
          <a:xfrm>
            <a:off x="351700" y="2882824"/>
            <a:ext cx="2439900" cy="169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 sz="1100"/>
              <a:t>Have an MVP by </a:t>
            </a:r>
            <a:r>
              <a:rPr lang="en" sz="1100"/>
              <a:t>Milestone</a:t>
            </a:r>
            <a:r>
              <a:rPr lang="en" sz="1100"/>
              <a:t> 2</a:t>
            </a:r>
            <a:endParaRPr sz="1100"/>
          </a:p>
        </p:txBody>
      </p:sp>
      <p:sp>
        <p:nvSpPr>
          <p:cNvPr id="690" name="Google Shape;690;p65"/>
          <p:cNvSpPr txBox="1"/>
          <p:nvPr>
            <p:ph idx="5" type="body"/>
          </p:nvPr>
        </p:nvSpPr>
        <p:spPr>
          <a:xfrm>
            <a:off x="3315050" y="2882813"/>
            <a:ext cx="2439900" cy="856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1100"/>
              <a:t>We are using Jira to track our </a:t>
            </a:r>
            <a:r>
              <a:rPr lang="en" sz="1100"/>
              <a:t>tasks</a:t>
            </a:r>
            <a:r>
              <a:rPr lang="en" sz="1100"/>
              <a:t> as a team</a:t>
            </a:r>
            <a:endParaRPr sz="1100"/>
          </a:p>
          <a:p>
            <a:pPr indent="0" lvl="0" marL="0" rtl="0" algn="l">
              <a:spcBef>
                <a:spcPts val="800"/>
              </a:spcBef>
              <a:spcAft>
                <a:spcPts val="800"/>
              </a:spcAft>
              <a:buNone/>
            </a:pPr>
            <a:r>
              <a:rPr lang="en" sz="1100"/>
              <a:t>How we will stay on track and hold each other </a:t>
            </a:r>
            <a:r>
              <a:rPr lang="en" sz="1100"/>
              <a:t>accountable</a:t>
            </a:r>
            <a:r>
              <a:rPr lang="en" sz="1100"/>
              <a:t> </a:t>
            </a:r>
            <a:endParaRPr sz="1100"/>
          </a:p>
        </p:txBody>
      </p:sp>
      <p:sp>
        <p:nvSpPr>
          <p:cNvPr id="691" name="Google Shape;691;p65"/>
          <p:cNvSpPr txBox="1"/>
          <p:nvPr>
            <p:ph idx="7" type="body"/>
          </p:nvPr>
        </p:nvSpPr>
        <p:spPr>
          <a:xfrm>
            <a:off x="6278400" y="2882813"/>
            <a:ext cx="2439900" cy="363900"/>
          </a:xfrm>
          <a:prstGeom prst="rect">
            <a:avLst/>
          </a:prstGeom>
        </p:spPr>
        <p:txBody>
          <a:bodyPr anchorCtr="0" anchor="t" bIns="0" lIns="0" spcFirstLastPara="1" rIns="0" wrap="square" tIns="0">
            <a:spAutoFit/>
          </a:bodyPr>
          <a:lstStyle/>
          <a:p>
            <a:pPr indent="0" lvl="0" marL="274320" rtl="0" algn="l">
              <a:spcBef>
                <a:spcPts val="0"/>
              </a:spcBef>
              <a:spcAft>
                <a:spcPts val="1000"/>
              </a:spcAft>
              <a:buNone/>
            </a:pPr>
            <a:r>
              <a:rPr lang="en" sz="1100"/>
              <a:t>Use sprints to track progress and stay on track </a:t>
            </a:r>
            <a:endParaRPr sz="1100"/>
          </a:p>
        </p:txBody>
      </p:sp>
      <p:sp>
        <p:nvSpPr>
          <p:cNvPr id="692" name="Google Shape;692;p65"/>
          <p:cNvSpPr txBox="1"/>
          <p:nvPr>
            <p:ph idx="3" type="subTitle"/>
          </p:nvPr>
        </p:nvSpPr>
        <p:spPr>
          <a:xfrm>
            <a:off x="351700" y="3490200"/>
            <a:ext cx="1500900" cy="264600"/>
          </a:xfrm>
          <a:prstGeom prst="rect">
            <a:avLst/>
          </a:prstGeom>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n"/>
              <a:t>Evaluation Plan</a:t>
            </a:r>
            <a:endParaRPr/>
          </a:p>
        </p:txBody>
      </p:sp>
      <p:sp>
        <p:nvSpPr>
          <p:cNvPr id="693" name="Google Shape;693;p65"/>
          <p:cNvSpPr txBox="1"/>
          <p:nvPr>
            <p:ph idx="5" type="body"/>
          </p:nvPr>
        </p:nvSpPr>
        <p:spPr>
          <a:xfrm>
            <a:off x="351700" y="3937413"/>
            <a:ext cx="2439900" cy="363900"/>
          </a:xfrm>
          <a:prstGeom prst="rect">
            <a:avLst/>
          </a:prstGeom>
        </p:spPr>
        <p:txBody>
          <a:bodyPr anchorCtr="0" anchor="t" bIns="0" lIns="0" spcFirstLastPara="1" rIns="0" wrap="square" tIns="0">
            <a:spAutoFit/>
          </a:bodyPr>
          <a:lstStyle/>
          <a:p>
            <a:pPr indent="0" lvl="0" marL="0" rtl="0" algn="l">
              <a:spcBef>
                <a:spcPts val="0"/>
              </a:spcBef>
              <a:spcAft>
                <a:spcPts val="800"/>
              </a:spcAft>
              <a:buNone/>
            </a:pPr>
            <a:r>
              <a:rPr lang="en" sz="1100"/>
              <a:t>Team meetings to </a:t>
            </a:r>
            <a:r>
              <a:rPr lang="en" sz="1100"/>
              <a:t>discuss</a:t>
            </a:r>
            <a:r>
              <a:rPr lang="en" sz="1100"/>
              <a:t> </a:t>
            </a:r>
            <a:r>
              <a:rPr lang="en" sz="1100"/>
              <a:t>performance</a:t>
            </a:r>
            <a:r>
              <a:rPr lang="en" sz="1100"/>
              <a:t> and areas for improvements. </a:t>
            </a:r>
            <a:endParaRPr sz="1100"/>
          </a:p>
        </p:txBody>
      </p:sp>
      <p:sp>
        <p:nvSpPr>
          <p:cNvPr id="694" name="Google Shape;694;p65"/>
          <p:cNvSpPr/>
          <p:nvPr/>
        </p:nvSpPr>
        <p:spPr>
          <a:xfrm>
            <a:off x="351700" y="3484950"/>
            <a:ext cx="1500900" cy="276600"/>
          </a:xfrm>
          <a:prstGeom prst="snip2DiagRect">
            <a:avLst>
              <a:gd fmla="val 0" name="adj1"/>
              <a:gd fmla="val 16667"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ed Hat Display"/>
              <a:ea typeface="Red Hat Display"/>
              <a:cs typeface="Red Hat Display"/>
              <a:sym typeface="Red Hat Display"/>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8" name="Shape 698"/>
        <p:cNvGrpSpPr/>
        <p:nvPr/>
      </p:nvGrpSpPr>
      <p:grpSpPr>
        <a:xfrm>
          <a:off x="0" y="0"/>
          <a:ext cx="0" cy="0"/>
          <a:chOff x="0" y="0"/>
          <a:chExt cx="0" cy="0"/>
        </a:xfrm>
      </p:grpSpPr>
      <p:sp>
        <p:nvSpPr>
          <p:cNvPr id="699" name="Google Shape;699;p66"/>
          <p:cNvSpPr/>
          <p:nvPr/>
        </p:nvSpPr>
        <p:spPr>
          <a:xfrm>
            <a:off x="228750" y="3246000"/>
            <a:ext cx="1444500" cy="791100"/>
          </a:xfrm>
          <a:prstGeom prst="rect">
            <a:avLst/>
          </a:prstGeom>
          <a:solidFill>
            <a:schemeClr val="accent5"/>
          </a:solidFill>
          <a:ln>
            <a:noFill/>
          </a:ln>
        </p:spPr>
        <p:txBody>
          <a:bodyPr anchorCtr="0" anchor="b" bIns="91425" lIns="91425" spcFirstLastPara="1" rIns="91425" wrap="square" tIns="91425">
            <a:noAutofit/>
          </a:bodyPr>
          <a:lstStyle/>
          <a:p>
            <a:pPr indent="0" lvl="0" marL="0" marR="2700" rtl="0" algn="l">
              <a:lnSpc>
                <a:spcPct val="115000"/>
              </a:lnSpc>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700" name="Google Shape;700;p66"/>
          <p:cNvSpPr/>
          <p:nvPr/>
        </p:nvSpPr>
        <p:spPr>
          <a:xfrm>
            <a:off x="2039284" y="3246000"/>
            <a:ext cx="1444500" cy="791100"/>
          </a:xfrm>
          <a:prstGeom prst="rect">
            <a:avLst/>
          </a:prstGeom>
          <a:solidFill>
            <a:schemeClr val="accent5"/>
          </a:solidFill>
          <a:ln>
            <a:noFill/>
          </a:ln>
        </p:spPr>
        <p:txBody>
          <a:bodyPr anchorCtr="0" anchor="b" bIns="91425" lIns="91425" spcFirstLastPara="1" rIns="91425" wrap="square" tIns="91425">
            <a:noAutofit/>
          </a:bodyPr>
          <a:lstStyle/>
          <a:p>
            <a:pPr indent="0" lvl="0" marL="0" marR="2700" rtl="0" algn="l">
              <a:lnSpc>
                <a:spcPct val="115000"/>
              </a:lnSpc>
              <a:spcBef>
                <a:spcPts val="0"/>
              </a:spcBef>
              <a:spcAft>
                <a:spcPts val="0"/>
              </a:spcAft>
              <a:buNone/>
            </a:pPr>
            <a:r>
              <a:t/>
            </a:r>
            <a:endParaRPr b="1" sz="1000">
              <a:solidFill>
                <a:schemeClr val="lt1"/>
              </a:solidFill>
              <a:latin typeface="Red Hat Display"/>
              <a:ea typeface="Red Hat Display"/>
              <a:cs typeface="Red Hat Display"/>
              <a:sym typeface="Red Hat Display"/>
            </a:endParaRPr>
          </a:p>
        </p:txBody>
      </p:sp>
      <p:sp>
        <p:nvSpPr>
          <p:cNvPr id="701" name="Google Shape;701;p66"/>
          <p:cNvSpPr/>
          <p:nvPr/>
        </p:nvSpPr>
        <p:spPr>
          <a:xfrm>
            <a:off x="3849819" y="3246000"/>
            <a:ext cx="1444500" cy="791100"/>
          </a:xfrm>
          <a:prstGeom prst="rect">
            <a:avLst/>
          </a:prstGeom>
          <a:solidFill>
            <a:schemeClr val="accent5"/>
          </a:solidFill>
          <a:ln>
            <a:noFill/>
          </a:ln>
        </p:spPr>
        <p:txBody>
          <a:bodyPr anchorCtr="0" anchor="b" bIns="91425" lIns="91425" spcFirstLastPara="1" rIns="91425" wrap="square" tIns="91425">
            <a:noAutofit/>
          </a:bodyPr>
          <a:lstStyle/>
          <a:p>
            <a:pPr indent="0" lvl="0" marL="0" marR="2700" rtl="0" algn="l">
              <a:lnSpc>
                <a:spcPct val="115000"/>
              </a:lnSpc>
              <a:spcBef>
                <a:spcPts val="0"/>
              </a:spcBef>
              <a:spcAft>
                <a:spcPts val="0"/>
              </a:spcAft>
              <a:buNone/>
            </a:pPr>
            <a:r>
              <a:t/>
            </a:r>
            <a:endParaRPr b="1" sz="1000">
              <a:solidFill>
                <a:schemeClr val="lt1"/>
              </a:solidFill>
              <a:latin typeface="Red Hat Display"/>
              <a:ea typeface="Red Hat Display"/>
              <a:cs typeface="Red Hat Display"/>
              <a:sym typeface="Red Hat Display"/>
            </a:endParaRPr>
          </a:p>
        </p:txBody>
      </p:sp>
      <p:sp>
        <p:nvSpPr>
          <p:cNvPr id="702" name="Google Shape;702;p66"/>
          <p:cNvSpPr/>
          <p:nvPr/>
        </p:nvSpPr>
        <p:spPr>
          <a:xfrm>
            <a:off x="5660353" y="3246000"/>
            <a:ext cx="1444500" cy="791100"/>
          </a:xfrm>
          <a:prstGeom prst="rect">
            <a:avLst/>
          </a:prstGeom>
          <a:solidFill>
            <a:schemeClr val="accent5"/>
          </a:solidFill>
          <a:ln>
            <a:noFill/>
          </a:ln>
        </p:spPr>
        <p:txBody>
          <a:bodyPr anchorCtr="0" anchor="b" bIns="91425" lIns="91425" spcFirstLastPara="1" rIns="91425" wrap="square" tIns="91425">
            <a:noAutofit/>
          </a:bodyPr>
          <a:lstStyle/>
          <a:p>
            <a:pPr indent="0" lvl="0" marL="0" marR="2700" rtl="0" algn="l">
              <a:lnSpc>
                <a:spcPct val="115000"/>
              </a:lnSpc>
              <a:spcBef>
                <a:spcPts val="0"/>
              </a:spcBef>
              <a:spcAft>
                <a:spcPts val="0"/>
              </a:spcAft>
              <a:buNone/>
            </a:pPr>
            <a:r>
              <a:t/>
            </a:r>
            <a:endParaRPr b="1" sz="1000">
              <a:solidFill>
                <a:schemeClr val="lt1"/>
              </a:solidFill>
              <a:latin typeface="Red Hat Display"/>
              <a:ea typeface="Red Hat Display"/>
              <a:cs typeface="Red Hat Display"/>
              <a:sym typeface="Red Hat Display"/>
            </a:endParaRPr>
          </a:p>
        </p:txBody>
      </p:sp>
      <p:sp>
        <p:nvSpPr>
          <p:cNvPr id="703" name="Google Shape;703;p66"/>
          <p:cNvSpPr/>
          <p:nvPr/>
        </p:nvSpPr>
        <p:spPr>
          <a:xfrm>
            <a:off x="7470888" y="3246000"/>
            <a:ext cx="1444500" cy="791100"/>
          </a:xfrm>
          <a:prstGeom prst="rect">
            <a:avLst/>
          </a:prstGeom>
          <a:solidFill>
            <a:schemeClr val="accent5"/>
          </a:solidFill>
          <a:ln>
            <a:noFill/>
          </a:ln>
        </p:spPr>
        <p:txBody>
          <a:bodyPr anchorCtr="0" anchor="b" bIns="91425" lIns="91425" spcFirstLastPara="1" rIns="91425" wrap="square" tIns="91425">
            <a:noAutofit/>
          </a:bodyPr>
          <a:lstStyle/>
          <a:p>
            <a:pPr indent="0" lvl="0" marL="0" marR="2700" rtl="0" algn="l">
              <a:lnSpc>
                <a:spcPct val="115000"/>
              </a:lnSpc>
              <a:spcBef>
                <a:spcPts val="0"/>
              </a:spcBef>
              <a:spcAft>
                <a:spcPts val="0"/>
              </a:spcAft>
              <a:buNone/>
            </a:pPr>
            <a:r>
              <a:t/>
            </a:r>
            <a:endParaRPr b="1" sz="1000">
              <a:solidFill>
                <a:schemeClr val="lt1"/>
              </a:solidFill>
              <a:latin typeface="Red Hat Display"/>
              <a:ea typeface="Red Hat Display"/>
              <a:cs typeface="Red Hat Display"/>
              <a:sym typeface="Red Hat Display"/>
            </a:endParaRPr>
          </a:p>
        </p:txBody>
      </p:sp>
      <p:sp>
        <p:nvSpPr>
          <p:cNvPr id="704" name="Google Shape;704;p66"/>
          <p:cNvSpPr/>
          <p:nvPr/>
        </p:nvSpPr>
        <p:spPr>
          <a:xfrm>
            <a:off x="845922" y="2600350"/>
            <a:ext cx="822300" cy="895800"/>
          </a:xfrm>
          <a:prstGeom prst="snip2DiagRect">
            <a:avLst>
              <a:gd fmla="val 0" name="adj1"/>
              <a:gd fmla="val 50000" name="adj2"/>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705" name="Google Shape;705;p66"/>
          <p:cNvSpPr/>
          <p:nvPr/>
        </p:nvSpPr>
        <p:spPr>
          <a:xfrm>
            <a:off x="2650022" y="2600350"/>
            <a:ext cx="822300" cy="895800"/>
          </a:xfrm>
          <a:prstGeom prst="snip2DiagRect">
            <a:avLst>
              <a:gd fmla="val 0" name="adj1"/>
              <a:gd fmla="val 50000" name="adj2"/>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706" name="Google Shape;706;p66"/>
          <p:cNvSpPr/>
          <p:nvPr/>
        </p:nvSpPr>
        <p:spPr>
          <a:xfrm>
            <a:off x="4462360" y="2600350"/>
            <a:ext cx="822300" cy="895800"/>
          </a:xfrm>
          <a:prstGeom prst="snip2DiagRect">
            <a:avLst>
              <a:gd fmla="val 0" name="adj1"/>
              <a:gd fmla="val 50000" name="adj2"/>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707" name="Google Shape;707;p66"/>
          <p:cNvSpPr/>
          <p:nvPr/>
        </p:nvSpPr>
        <p:spPr>
          <a:xfrm>
            <a:off x="6274710" y="2600350"/>
            <a:ext cx="822300" cy="895800"/>
          </a:xfrm>
          <a:prstGeom prst="snip2DiagRect">
            <a:avLst>
              <a:gd fmla="val 0" name="adj1"/>
              <a:gd fmla="val 50000" name="adj2"/>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708" name="Google Shape;708;p66"/>
          <p:cNvSpPr/>
          <p:nvPr/>
        </p:nvSpPr>
        <p:spPr>
          <a:xfrm>
            <a:off x="8087060" y="2600350"/>
            <a:ext cx="822300" cy="895800"/>
          </a:xfrm>
          <a:prstGeom prst="snip2DiagRect">
            <a:avLst>
              <a:gd fmla="val 0" name="adj1"/>
              <a:gd fmla="val 50000" name="adj2"/>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709" name="Google Shape;709;p66"/>
          <p:cNvSpPr txBox="1"/>
          <p:nvPr>
            <p:ph type="title"/>
          </p:nvPr>
        </p:nvSpPr>
        <p:spPr>
          <a:xfrm>
            <a:off x="228600" y="420017"/>
            <a:ext cx="6480300" cy="4617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lang="en"/>
              <a:t>Roles</a:t>
            </a:r>
            <a:endParaRPr/>
          </a:p>
        </p:txBody>
      </p:sp>
      <p:pic>
        <p:nvPicPr>
          <p:cNvPr descr="Portrait of a smiling woman" id="710" name="Google Shape;710;p66"/>
          <p:cNvPicPr preferRelativeResize="0"/>
          <p:nvPr>
            <p:ph idx="2" type="pic"/>
          </p:nvPr>
        </p:nvPicPr>
        <p:blipFill rotWithShape="1">
          <a:blip r:embed="rId3">
            <a:alphaModFix/>
          </a:blip>
          <a:srcRect b="41979" l="52699" r="10326" t="2322"/>
          <a:stretch/>
        </p:blipFill>
        <p:spPr>
          <a:xfrm>
            <a:off x="228425" y="1804150"/>
            <a:ext cx="1444500" cy="1451399"/>
          </a:xfrm>
          <a:prstGeom prst="rect">
            <a:avLst/>
          </a:prstGeom>
        </p:spPr>
      </p:pic>
      <p:pic>
        <p:nvPicPr>
          <p:cNvPr descr="Portrait of a smiling man with a beard" id="711" name="Google Shape;711;p66"/>
          <p:cNvPicPr preferRelativeResize="0"/>
          <p:nvPr>
            <p:ph idx="3" type="pic"/>
          </p:nvPr>
        </p:nvPicPr>
        <p:blipFill rotWithShape="1">
          <a:blip r:embed="rId4">
            <a:alphaModFix/>
          </a:blip>
          <a:srcRect b="26122" l="26777" r="24214" t="0"/>
          <a:stretch/>
        </p:blipFill>
        <p:spPr>
          <a:xfrm>
            <a:off x="2036775" y="1804150"/>
            <a:ext cx="1444500" cy="1451401"/>
          </a:xfrm>
          <a:prstGeom prst="rect">
            <a:avLst/>
          </a:prstGeom>
        </p:spPr>
      </p:pic>
      <p:pic>
        <p:nvPicPr>
          <p:cNvPr descr="Portrait of a woman smiling at the camera" id="712" name="Google Shape;712;p66"/>
          <p:cNvPicPr preferRelativeResize="0"/>
          <p:nvPr>
            <p:ph idx="4" type="pic"/>
          </p:nvPr>
        </p:nvPicPr>
        <p:blipFill rotWithShape="1">
          <a:blip r:embed="rId5">
            <a:alphaModFix/>
          </a:blip>
          <a:srcRect b="45951" l="28893" r="35253" t="0"/>
          <a:stretch/>
        </p:blipFill>
        <p:spPr>
          <a:xfrm>
            <a:off x="3844088" y="1804150"/>
            <a:ext cx="1444500" cy="1451401"/>
          </a:xfrm>
          <a:prstGeom prst="rect">
            <a:avLst/>
          </a:prstGeom>
        </p:spPr>
      </p:pic>
      <p:pic>
        <p:nvPicPr>
          <p:cNvPr descr="A businesswoman with her hand under her chin." id="713" name="Google Shape;713;p66"/>
          <p:cNvPicPr preferRelativeResize="0"/>
          <p:nvPr>
            <p:ph idx="5" type="pic"/>
          </p:nvPr>
        </p:nvPicPr>
        <p:blipFill rotWithShape="1">
          <a:blip r:embed="rId6">
            <a:alphaModFix/>
          </a:blip>
          <a:srcRect b="0" l="33616" r="0" t="0"/>
          <a:stretch/>
        </p:blipFill>
        <p:spPr>
          <a:xfrm>
            <a:off x="5655513" y="1804150"/>
            <a:ext cx="1444500" cy="1451399"/>
          </a:xfrm>
          <a:prstGeom prst="rect">
            <a:avLst/>
          </a:prstGeom>
        </p:spPr>
      </p:pic>
      <p:pic>
        <p:nvPicPr>
          <p:cNvPr descr="A smiling man wearing glasses." id="714" name="Google Shape;714;p66"/>
          <p:cNvPicPr preferRelativeResize="0"/>
          <p:nvPr>
            <p:ph idx="6" type="pic"/>
          </p:nvPr>
        </p:nvPicPr>
        <p:blipFill rotWithShape="1">
          <a:blip r:embed="rId7">
            <a:alphaModFix/>
          </a:blip>
          <a:srcRect b="0" l="680" r="690" t="0"/>
          <a:stretch/>
        </p:blipFill>
        <p:spPr>
          <a:xfrm>
            <a:off x="7470863" y="1804150"/>
            <a:ext cx="1444500" cy="1451400"/>
          </a:xfrm>
          <a:prstGeom prst="rect">
            <a:avLst/>
          </a:prstGeom>
        </p:spPr>
      </p:pic>
      <p:sp>
        <p:nvSpPr>
          <p:cNvPr id="715" name="Google Shape;715;p66"/>
          <p:cNvSpPr txBox="1"/>
          <p:nvPr>
            <p:ph idx="1" type="subTitle"/>
          </p:nvPr>
        </p:nvSpPr>
        <p:spPr>
          <a:xfrm>
            <a:off x="333075" y="3482650"/>
            <a:ext cx="1205400" cy="3015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t>Jorge Munoz</a:t>
            </a:r>
            <a:endParaRPr/>
          </a:p>
        </p:txBody>
      </p:sp>
      <p:sp>
        <p:nvSpPr>
          <p:cNvPr id="716" name="Google Shape;716;p66"/>
          <p:cNvSpPr txBox="1"/>
          <p:nvPr>
            <p:ph idx="7" type="subTitle"/>
          </p:nvPr>
        </p:nvSpPr>
        <p:spPr>
          <a:xfrm>
            <a:off x="326700" y="3803650"/>
            <a:ext cx="1272600" cy="2334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sz="700"/>
              <a:t>Team Leader; AI developer</a:t>
            </a:r>
            <a:endParaRPr sz="700"/>
          </a:p>
        </p:txBody>
      </p:sp>
      <p:sp>
        <p:nvSpPr>
          <p:cNvPr id="717" name="Google Shape;717;p66"/>
          <p:cNvSpPr txBox="1"/>
          <p:nvPr>
            <p:ph idx="8" type="subTitle"/>
          </p:nvPr>
        </p:nvSpPr>
        <p:spPr>
          <a:xfrm>
            <a:off x="2138238" y="3482650"/>
            <a:ext cx="1205400" cy="3015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t>Kevin Adkins</a:t>
            </a:r>
            <a:endParaRPr/>
          </a:p>
        </p:txBody>
      </p:sp>
      <p:sp>
        <p:nvSpPr>
          <p:cNvPr id="718" name="Google Shape;718;p66"/>
          <p:cNvSpPr txBox="1"/>
          <p:nvPr>
            <p:ph idx="9" type="subTitle"/>
          </p:nvPr>
        </p:nvSpPr>
        <p:spPr>
          <a:xfrm>
            <a:off x="2131863" y="3803650"/>
            <a:ext cx="1272600" cy="2334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Frontend developer</a:t>
            </a:r>
            <a:endParaRPr/>
          </a:p>
        </p:txBody>
      </p:sp>
      <p:sp>
        <p:nvSpPr>
          <p:cNvPr id="719" name="Google Shape;719;p66"/>
          <p:cNvSpPr txBox="1"/>
          <p:nvPr>
            <p:ph idx="13" type="subTitle"/>
          </p:nvPr>
        </p:nvSpPr>
        <p:spPr>
          <a:xfrm>
            <a:off x="3945850" y="3482650"/>
            <a:ext cx="1205400" cy="3015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t>Alvaro Gonzalez</a:t>
            </a:r>
            <a:endParaRPr/>
          </a:p>
        </p:txBody>
      </p:sp>
      <p:sp>
        <p:nvSpPr>
          <p:cNvPr id="720" name="Google Shape;720;p66"/>
          <p:cNvSpPr txBox="1"/>
          <p:nvPr>
            <p:ph idx="14" type="subTitle"/>
          </p:nvPr>
        </p:nvSpPr>
        <p:spPr>
          <a:xfrm>
            <a:off x="3945850" y="3803650"/>
            <a:ext cx="1272600" cy="2334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Database developer</a:t>
            </a:r>
            <a:endParaRPr/>
          </a:p>
        </p:txBody>
      </p:sp>
      <p:sp>
        <p:nvSpPr>
          <p:cNvPr id="721" name="Google Shape;721;p66"/>
          <p:cNvSpPr txBox="1"/>
          <p:nvPr>
            <p:ph idx="15" type="subTitle"/>
          </p:nvPr>
        </p:nvSpPr>
        <p:spPr>
          <a:xfrm>
            <a:off x="5753462" y="3482650"/>
            <a:ext cx="1205400" cy="3015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t>David Abundis</a:t>
            </a:r>
            <a:endParaRPr/>
          </a:p>
        </p:txBody>
      </p:sp>
      <p:sp>
        <p:nvSpPr>
          <p:cNvPr id="722" name="Google Shape;722;p66"/>
          <p:cNvSpPr txBox="1"/>
          <p:nvPr>
            <p:ph idx="16" type="subTitle"/>
          </p:nvPr>
        </p:nvSpPr>
        <p:spPr>
          <a:xfrm>
            <a:off x="5753462" y="3803650"/>
            <a:ext cx="1272600" cy="2334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Wireframe developer</a:t>
            </a:r>
            <a:endParaRPr/>
          </a:p>
        </p:txBody>
      </p:sp>
      <p:sp>
        <p:nvSpPr>
          <p:cNvPr id="723" name="Google Shape;723;p66"/>
          <p:cNvSpPr txBox="1"/>
          <p:nvPr>
            <p:ph idx="17" type="subTitle"/>
          </p:nvPr>
        </p:nvSpPr>
        <p:spPr>
          <a:xfrm>
            <a:off x="7569712" y="3482650"/>
            <a:ext cx="1205400" cy="3015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t>Eric Gerner</a:t>
            </a:r>
            <a:endParaRPr/>
          </a:p>
        </p:txBody>
      </p:sp>
      <p:sp>
        <p:nvSpPr>
          <p:cNvPr id="724" name="Google Shape;724;p66"/>
          <p:cNvSpPr txBox="1"/>
          <p:nvPr>
            <p:ph idx="18" type="subTitle"/>
          </p:nvPr>
        </p:nvSpPr>
        <p:spPr>
          <a:xfrm>
            <a:off x="7569712" y="3803650"/>
            <a:ext cx="1272600" cy="2334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Backend developer</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Investor Pitch Presentation">
  <a:themeElements>
    <a:clrScheme name="Simple Light">
      <a:dk1>
        <a:srgbClr val="1B1B1B"/>
      </a:dk1>
      <a:lt1>
        <a:srgbClr val="FFFFFF"/>
      </a:lt1>
      <a:dk2>
        <a:srgbClr val="85C086"/>
      </a:dk2>
      <a:lt2>
        <a:srgbClr val="D0E1BE"/>
      </a:lt2>
      <a:accent1>
        <a:srgbClr val="85C085"/>
      </a:accent1>
      <a:accent2>
        <a:srgbClr val="50A350"/>
      </a:accent2>
      <a:accent3>
        <a:srgbClr val="3E863C"/>
      </a:accent3>
      <a:accent4>
        <a:srgbClr val="1E691E"/>
      </a:accent4>
      <a:accent5>
        <a:srgbClr val="074907"/>
      </a:accent5>
      <a:accent6>
        <a:srgbClr val="666666"/>
      </a:accent6>
      <a:hlink>
        <a:srgbClr val="FF00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